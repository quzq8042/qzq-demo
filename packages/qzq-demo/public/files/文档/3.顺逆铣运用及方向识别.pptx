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3"/>
    <p:sldId id="273" r:id="rId4"/>
    <p:sldId id="274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80" y="62865"/>
            <a:ext cx="9799320" cy="810260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/>
          </a:bodyPr>
          <a:p>
            <a:r>
              <a:rPr lang="zh-CN" altLang="en-US"/>
              <a:t>顺逆铣运行方向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80" y="872490"/>
            <a:ext cx="9799320" cy="604329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 descr="顺逆铣对比视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880" y="892810"/>
            <a:ext cx="9865360" cy="602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106553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p>
            <a:pPr algn="ctr"/>
            <a:r>
              <a:rPr lang="zh-CN" altLang="en-US" sz="5400"/>
              <a:t>顺逆铣的优缺点及运用</a:t>
            </a:r>
            <a:endParaRPr lang="zh-CN" altLang="en-US" sz="5400"/>
          </a:p>
        </p:txBody>
      </p:sp>
      <p:pic>
        <p:nvPicPr>
          <p:cNvPr id="4" name="内容占位符 3" descr="e8edc7c421d2e6424d0a04510a6c48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1040" y="1066165"/>
            <a:ext cx="10782300" cy="5789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微信图片_20260424155040_267_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4610" y="635"/>
            <a:ext cx="7649845" cy="68573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COMMONDATA" val="eyJoZGlkIjoiYzk2YjgwYjJiYTEzOWQwMDRmZjQzM2IwZDQxMDk1ZmEifQ=="/>
  <p:tag name="commondata" val="eyJoZGlkIjoiZTRjN2I3ZTk1ZTZjZmIwNjMxMzgxNTNiMmUyMDIzN2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演示</Application>
  <PresentationFormat>宽屏</PresentationFormat>
  <Paragraphs>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顺逆铣运行方向</vt:lpstr>
      <vt:lpstr>顺逆铣的优缺点及运用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卓越数控培训-高老师</cp:lastModifiedBy>
  <cp:revision>189</cp:revision>
  <dcterms:created xsi:type="dcterms:W3CDTF">2019-06-19T02:08:00Z</dcterms:created>
  <dcterms:modified xsi:type="dcterms:W3CDTF">2026-04-24T08:19:39Z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548C3679F9C04746BA10FCE4B8B0F7FC</vt:lpwstr>
  </property>
</Properties>
</file>