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6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635"/>
            <a:ext cx="9799320" cy="946150"/>
          </a:xfrm>
          <a:solidFill>
            <a:schemeClr val="accent4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txBody>
          <a:bodyPr>
            <a:normAutofit/>
          </a:bodyPr>
          <a:p>
            <a:r>
              <a:rPr lang="zh-CN" altLang="zh-CN" sz="4000">
                <a:solidFill>
                  <a:schemeClr val="accent1"/>
                </a:solidFill>
              </a:rPr>
              <a:t>UG12.0打不开没反应解决方法</a:t>
            </a:r>
            <a:endParaRPr lang="zh-CN" altLang="zh-CN" sz="4000">
              <a:solidFill>
                <a:schemeClr val="accent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946785"/>
            <a:ext cx="9799320" cy="5911215"/>
          </a:xfrm>
          <a:solidFill>
            <a:schemeClr val="tx1"/>
          </a:solidFill>
        </p:spPr>
        <p:txBody>
          <a:bodyPr>
            <a:normAutofit fontScale="25000"/>
          </a:bodyPr>
          <a:p>
            <a:pPr algn="l"/>
            <a:r>
              <a:rPr lang="zh-CN" altLang="en-US" sz="7000">
                <a:solidFill>
                  <a:schemeClr val="bg1"/>
                </a:solidFill>
                <a:highlight>
                  <a:srgbClr val="000000"/>
                </a:highlight>
              </a:rPr>
              <a:t> </a:t>
            </a:r>
            <a:r>
              <a:rPr lang="en-US" altLang="zh-CN" sz="7000">
                <a:solidFill>
                  <a:schemeClr val="bg1"/>
                </a:solidFill>
                <a:highlight>
                  <a:srgbClr val="000000"/>
                </a:highlight>
              </a:rPr>
              <a:t>     </a:t>
            </a:r>
            <a:r>
              <a:rPr lang="zh-CN" altLang="en-US" sz="7000">
                <a:solidFill>
                  <a:schemeClr val="bg1"/>
                </a:solidFill>
                <a:highlight>
                  <a:srgbClr val="000000"/>
                </a:highlight>
              </a:rPr>
              <a:t>UG12.0</a:t>
            </a:r>
            <a:r>
              <a:rPr lang="zh-CN" altLang="en-US" sz="7000">
                <a:solidFill>
                  <a:srgbClr val="FF0000"/>
                </a:solidFill>
                <a:highlight>
                  <a:srgbClr val="000000"/>
                </a:highlight>
              </a:rPr>
              <a:t>打不开没反应</a:t>
            </a:r>
            <a:r>
              <a:rPr lang="zh-CN" altLang="en-US" sz="7000">
                <a:solidFill>
                  <a:schemeClr val="bg1"/>
                </a:solidFill>
                <a:highlight>
                  <a:srgbClr val="000000"/>
                </a:highlight>
              </a:rPr>
              <a:t>，这是因为UG NX已</a:t>
            </a:r>
            <a:r>
              <a:rPr lang="zh-CN" altLang="en-US" sz="7000">
                <a:solidFill>
                  <a:srgbClr val="FF0000"/>
                </a:solidFill>
                <a:highlight>
                  <a:srgbClr val="000000"/>
                </a:highlight>
              </a:rPr>
              <a:t>全面支持中文</a:t>
            </a:r>
            <a:r>
              <a:rPr lang="zh-CN" altLang="en-US" sz="7000">
                <a:solidFill>
                  <a:schemeClr val="bg1"/>
                </a:solidFill>
                <a:highlight>
                  <a:srgbClr val="000000"/>
                </a:highlight>
              </a:rPr>
              <a:t>，但</a:t>
            </a:r>
            <a:endParaRPr lang="zh-CN" altLang="en-US" sz="700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l"/>
            <a:r>
              <a:rPr lang="en-US" altLang="zh-CN" sz="7000">
                <a:solidFill>
                  <a:schemeClr val="bg1"/>
                </a:solidFill>
                <a:highlight>
                  <a:srgbClr val="000000"/>
                </a:highlight>
              </a:rPr>
              <a:t> </a:t>
            </a:r>
            <a:r>
              <a:rPr lang="zh-CN" altLang="en-US" sz="7000">
                <a:solidFill>
                  <a:schemeClr val="bg1"/>
                </a:solidFill>
                <a:highlight>
                  <a:srgbClr val="000000"/>
                </a:highlight>
              </a:rPr>
              <a:t>是NX程序并不支持中文，比如，你的</a:t>
            </a:r>
            <a:r>
              <a:rPr lang="zh-CN" altLang="en-US" sz="7000">
                <a:solidFill>
                  <a:srgbClr val="FF0000"/>
                </a:solidFill>
                <a:highlight>
                  <a:srgbClr val="000000"/>
                </a:highlight>
              </a:rPr>
              <a:t>系统用户名</a:t>
            </a:r>
            <a:r>
              <a:rPr lang="zh-CN" altLang="en-US" sz="7000">
                <a:solidFill>
                  <a:schemeClr val="bg1"/>
                </a:solidFill>
                <a:highlight>
                  <a:srgbClr val="000000"/>
                </a:highlight>
              </a:rPr>
              <a:t>是</a:t>
            </a:r>
            <a:r>
              <a:rPr lang="zh-CN" altLang="en-US" sz="7000">
                <a:solidFill>
                  <a:srgbClr val="FF0000"/>
                </a:solidFill>
                <a:highlight>
                  <a:srgbClr val="000000"/>
                </a:highlight>
              </a:rPr>
              <a:t>中文的</a:t>
            </a:r>
            <a:r>
              <a:rPr lang="zh-CN" altLang="en-US" sz="7000">
                <a:solidFill>
                  <a:schemeClr val="bg1"/>
                </a:solidFill>
                <a:highlight>
                  <a:srgbClr val="000000"/>
                </a:highlight>
              </a:rPr>
              <a:t>，在安</a:t>
            </a:r>
            <a:endParaRPr lang="zh-CN" altLang="en-US" sz="700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l"/>
            <a:r>
              <a:rPr lang="zh-CN" altLang="en-US" sz="7000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装好UG以后，会出现无法打开UG。</a:t>
            </a:r>
            <a:endParaRPr lang="zh-CN" altLang="en-US" sz="700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l"/>
            <a:r>
              <a:rPr lang="en-US" altLang="zh-CN" sz="7000">
                <a:solidFill>
                  <a:schemeClr val="bg1"/>
                </a:solidFill>
                <a:highlight>
                  <a:srgbClr val="000000"/>
                </a:highlight>
              </a:rPr>
              <a:t>           </a:t>
            </a:r>
            <a:r>
              <a:rPr lang="zh-CN" altLang="en-US" sz="7000">
                <a:solidFill>
                  <a:schemeClr val="bg1"/>
                </a:solidFill>
                <a:highlight>
                  <a:srgbClr val="000000"/>
                </a:highlight>
              </a:rPr>
              <a:t>UG12.0</a:t>
            </a:r>
            <a:r>
              <a:rPr lang="zh-CN" altLang="en-US" sz="7000">
                <a:solidFill>
                  <a:srgbClr val="FF0000"/>
                </a:solidFill>
                <a:highlight>
                  <a:srgbClr val="000000"/>
                </a:highlight>
              </a:rPr>
              <a:t>打不开没反应</a:t>
            </a:r>
            <a:r>
              <a:rPr lang="zh-CN" altLang="en-US" sz="7000">
                <a:solidFill>
                  <a:schemeClr val="bg1"/>
                </a:solidFill>
                <a:highlight>
                  <a:srgbClr val="000000"/>
                </a:highlight>
              </a:rPr>
              <a:t>解决</a:t>
            </a:r>
            <a:r>
              <a:rPr lang="zh-CN" altLang="en-US" sz="7000">
                <a:solidFill>
                  <a:srgbClr val="FF0000"/>
                </a:solidFill>
                <a:highlight>
                  <a:srgbClr val="000000"/>
                </a:highlight>
              </a:rPr>
              <a:t>方法</a:t>
            </a:r>
            <a:r>
              <a:rPr lang="zh-CN" altLang="en-US" sz="7000">
                <a:solidFill>
                  <a:schemeClr val="bg1"/>
                </a:solidFill>
                <a:highlight>
                  <a:srgbClr val="000000"/>
                </a:highlight>
              </a:rPr>
              <a:t> </a:t>
            </a:r>
            <a:endParaRPr lang="zh-CN" altLang="en-US" sz="700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l"/>
            <a:r>
              <a:rPr lang="zh-CN" altLang="en-US" sz="7000">
                <a:solidFill>
                  <a:schemeClr val="bg1"/>
                </a:solidFill>
                <a:highlight>
                  <a:srgbClr val="000000"/>
                </a:highlight>
              </a:rPr>
              <a:t>1.  添加变量值：  </a:t>
            </a:r>
            <a:r>
              <a:rPr lang="zh-CN" altLang="en-US" sz="7000">
                <a:solidFill>
                  <a:srgbClr val="FF0000"/>
                </a:solidFill>
                <a:highlight>
                  <a:srgbClr val="000000"/>
                </a:highlight>
              </a:rPr>
              <a:t>变量值</a:t>
            </a:r>
            <a:r>
              <a:rPr lang="zh-CN" altLang="en-US" sz="7000">
                <a:solidFill>
                  <a:schemeClr val="bg1"/>
                </a:solidFill>
                <a:highlight>
                  <a:srgbClr val="000000"/>
                </a:highlight>
              </a:rPr>
              <a:t>：</a:t>
            </a:r>
            <a:r>
              <a:rPr lang="zh-CN" altLang="en-US" sz="7000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UGII_TMP_DIR</a:t>
            </a:r>
            <a:r>
              <a:rPr lang="zh-CN" altLang="en-US" sz="7000">
                <a:solidFill>
                  <a:schemeClr val="bg1"/>
                </a:solidFill>
                <a:highlight>
                  <a:srgbClr val="000000"/>
                </a:highlight>
              </a:rPr>
              <a:t>       </a:t>
            </a:r>
            <a:endParaRPr lang="zh-CN" altLang="en-US" sz="700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l"/>
            <a:r>
              <a:rPr lang="zh-CN" altLang="en-US" sz="7000">
                <a:solidFill>
                  <a:schemeClr val="bg1"/>
                </a:solidFill>
                <a:highlight>
                  <a:srgbClr val="000000"/>
                </a:highlight>
              </a:rPr>
              <a:t>                   </a:t>
            </a:r>
            <a:r>
              <a:rPr lang="en-US" altLang="zh-CN" sz="7000">
                <a:solidFill>
                  <a:schemeClr val="bg1"/>
                </a:solidFill>
                <a:highlight>
                  <a:srgbClr val="000000"/>
                </a:highlight>
              </a:rPr>
              <a:t>     </a:t>
            </a:r>
            <a:r>
              <a:rPr lang="zh-CN" altLang="en-US" sz="7000">
                <a:solidFill>
                  <a:srgbClr val="FF0000"/>
                </a:solidFill>
                <a:highlight>
                  <a:srgbClr val="000000"/>
                </a:highlight>
              </a:rPr>
              <a:t>变量名</a:t>
            </a:r>
            <a:r>
              <a:rPr lang="zh-CN" altLang="en-US" sz="7000">
                <a:solidFill>
                  <a:schemeClr val="bg1"/>
                </a:solidFill>
                <a:highlight>
                  <a:srgbClr val="000000"/>
                </a:highlight>
              </a:rPr>
              <a:t>：</a:t>
            </a:r>
            <a:r>
              <a:rPr lang="zh-CN" altLang="en-US" sz="7000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D:\Temp</a:t>
            </a:r>
            <a:endParaRPr lang="zh-CN" altLang="en-US" sz="700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l"/>
            <a:r>
              <a:rPr lang="zh-CN" altLang="en-US" sz="7000">
                <a:solidFill>
                  <a:schemeClr val="bg1"/>
                </a:solidFill>
                <a:highlight>
                  <a:srgbClr val="000000"/>
                </a:highlight>
              </a:rPr>
              <a:t>UGII_TMP_DIR    D:\Temp</a:t>
            </a:r>
            <a:endParaRPr lang="zh-CN" altLang="en-US" sz="700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l"/>
            <a:endParaRPr lang="zh-CN" altLang="en-US" sz="700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l"/>
            <a:r>
              <a:rPr lang="zh-CN" altLang="en-US" sz="7000">
                <a:solidFill>
                  <a:schemeClr val="bg1"/>
                </a:solidFill>
                <a:highlight>
                  <a:srgbClr val="000000"/>
                </a:highlight>
              </a:rPr>
              <a:t>D:\Temp</a:t>
            </a:r>
            <a:endParaRPr lang="zh-CN" altLang="en-US" sz="700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l"/>
            <a:endParaRPr lang="zh-CN" altLang="en-US" sz="700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l"/>
            <a:r>
              <a:rPr lang="zh-CN" altLang="en-US" sz="7000">
                <a:solidFill>
                  <a:schemeClr val="bg1"/>
                </a:solidFill>
                <a:highlight>
                  <a:srgbClr val="000000"/>
                </a:highlight>
              </a:rPr>
              <a:t>UGII_TMP_DIR</a:t>
            </a:r>
            <a:endParaRPr lang="zh-CN" altLang="en-US" sz="700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l"/>
            <a:endParaRPr lang="zh-CN" altLang="en-US" sz="700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l"/>
            <a:r>
              <a:rPr lang="zh-CN" altLang="en-US" sz="7000">
                <a:solidFill>
                  <a:schemeClr val="bg1"/>
                </a:solidFill>
                <a:highlight>
                  <a:srgbClr val="000000"/>
                </a:highlight>
              </a:rPr>
              <a:t>2.在</a:t>
            </a:r>
            <a:r>
              <a:rPr lang="en-US" altLang="zh-CN" sz="7000">
                <a:solidFill>
                  <a:schemeClr val="bg1"/>
                </a:solidFill>
                <a:highlight>
                  <a:srgbClr val="000000"/>
                </a:highlight>
              </a:rPr>
              <a:t>D</a:t>
            </a:r>
            <a:r>
              <a:rPr lang="zh-CN" altLang="en-US" sz="7000">
                <a:solidFill>
                  <a:srgbClr val="FF0000"/>
                </a:solidFill>
                <a:highlight>
                  <a:srgbClr val="000000"/>
                </a:highlight>
              </a:rPr>
              <a:t>盘</a:t>
            </a:r>
            <a:r>
              <a:rPr lang="zh-CN" altLang="en-US" sz="7000">
                <a:solidFill>
                  <a:schemeClr val="bg1"/>
                </a:solidFill>
                <a:highlight>
                  <a:srgbClr val="000000"/>
                </a:highlight>
              </a:rPr>
              <a:t>添加</a:t>
            </a:r>
            <a:r>
              <a:rPr lang="zh-CN" altLang="en-US" sz="7000">
                <a:solidFill>
                  <a:srgbClr val="FF0000"/>
                </a:solidFill>
                <a:highlight>
                  <a:srgbClr val="000000"/>
                </a:highlight>
              </a:rPr>
              <a:t>文件夹</a:t>
            </a:r>
            <a:r>
              <a:rPr lang="zh-CN" altLang="en-US" sz="7000">
                <a:solidFill>
                  <a:schemeClr val="bg1"/>
                </a:solidFill>
                <a:highlight>
                  <a:srgbClr val="000000"/>
                </a:highlight>
              </a:rPr>
              <a:t>，并改名为</a:t>
            </a:r>
            <a:r>
              <a:rPr lang="zh-CN" altLang="en-US" sz="7000">
                <a:solidFill>
                  <a:srgbClr val="FF0000"/>
                </a:solidFill>
                <a:highlight>
                  <a:srgbClr val="000000"/>
                </a:highlight>
              </a:rPr>
              <a:t>TEMP</a:t>
            </a:r>
            <a:endParaRPr lang="zh-CN" altLang="en-US" sz="700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l"/>
            <a:endParaRPr lang="zh-CN" altLang="en-US" sz="700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l"/>
            <a:r>
              <a:rPr lang="zh-CN" altLang="en-US" sz="7000">
                <a:solidFill>
                  <a:schemeClr val="bg1"/>
                </a:solidFill>
                <a:highlight>
                  <a:srgbClr val="000000"/>
                </a:highlight>
              </a:rPr>
              <a:t>3.重新打开UG，解决问题，还不行就</a:t>
            </a:r>
            <a:r>
              <a:rPr lang="zh-CN" altLang="en-US" sz="7000">
                <a:solidFill>
                  <a:srgbClr val="FF0000"/>
                </a:solidFill>
                <a:highlight>
                  <a:srgbClr val="000000"/>
                </a:highlight>
              </a:rPr>
              <a:t>重新启动</a:t>
            </a:r>
            <a:r>
              <a:rPr lang="zh-CN" altLang="en-US" sz="7000">
                <a:solidFill>
                  <a:schemeClr val="bg1"/>
                </a:solidFill>
                <a:highlight>
                  <a:srgbClr val="000000"/>
                </a:highlight>
              </a:rPr>
              <a:t>一下</a:t>
            </a:r>
            <a:r>
              <a:rPr lang="zh-CN" altLang="en-US" sz="7000">
                <a:solidFill>
                  <a:srgbClr val="FF0000"/>
                </a:solidFill>
                <a:highlight>
                  <a:srgbClr val="000000"/>
                </a:highlight>
              </a:rPr>
              <a:t>电脑</a:t>
            </a:r>
            <a:r>
              <a:rPr lang="zh-CN" altLang="en-US" sz="7000">
                <a:solidFill>
                  <a:schemeClr val="bg1"/>
                </a:solidFill>
                <a:highlight>
                  <a:srgbClr val="000000"/>
                </a:highlight>
              </a:rPr>
              <a:t>即可</a:t>
            </a:r>
            <a:endParaRPr lang="zh-CN" altLang="en-US" sz="700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algn="l"/>
            <a:r>
              <a:rPr lang="en-US" altLang="zh-CN" sz="7000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    软件安装完成，如有什么疑问请联系高老师     </a:t>
            </a:r>
            <a:endParaRPr lang="en-US" altLang="zh-CN" sz="7000">
              <a:solidFill>
                <a:schemeClr val="bg1"/>
              </a:solidFill>
              <a:highlight>
                <a:srgbClr val="000000"/>
              </a:highlight>
              <a:sym typeface="+mn-ea"/>
            </a:endParaRPr>
          </a:p>
          <a:p>
            <a:pPr algn="l"/>
            <a:r>
              <a:rPr lang="en-US" altLang="zh-CN" sz="7000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 </a:t>
            </a:r>
            <a:r>
              <a:rPr lang="en-US" altLang="zh-CN" sz="7000">
                <a:solidFill>
                  <a:srgbClr val="FF0000"/>
                </a:solidFill>
                <a:highlight>
                  <a:srgbClr val="000000"/>
                </a:highlight>
                <a:sym typeface="+mn-ea"/>
              </a:rPr>
              <a:t>电话</a:t>
            </a:r>
            <a:r>
              <a:rPr lang="en-US" altLang="zh-CN" sz="7000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：13926087347     微信号同手机   QQ: 77098972   </a:t>
            </a:r>
            <a:r>
              <a:rPr lang="en-US" altLang="zh-CN" sz="3110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                                                                                                      </a:t>
            </a:r>
            <a:endParaRPr lang="zh-CN" altLang="en-US" sz="3110">
              <a:solidFill>
                <a:schemeClr val="bg1"/>
              </a:solidFill>
              <a:highlight>
                <a:srgbClr val="000000"/>
              </a:highlight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commondata" val="eyJoZGlkIjoiYzk2YjgwYjJiYTEzOWQwMDRmZjQzM2IwZDQxMDk1Zm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461</Words>
  <Application>WPS 演示</Application>
  <PresentationFormat>宽屏</PresentationFormat>
  <Paragraphs>20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UG12.0打不开没反应解决方法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M℡指缝de青春ㄨ·</cp:lastModifiedBy>
  <cp:revision>158</cp:revision>
  <dcterms:created xsi:type="dcterms:W3CDTF">2019-06-19T02:08:00Z</dcterms:created>
  <dcterms:modified xsi:type="dcterms:W3CDTF">2024-05-28T09:16:03Z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2052-12.1.0.16364</vt:lpwstr>
  </property>
  <property fmtid="{D5CDD505-2E9C-101B-9397-08002B2CF9AE}" pid="3" name="ICV">
    <vt:lpwstr>C89BB3A120C04082A92FC1BC0D3641F2_11</vt:lpwstr>
  </property>
</Properties>
</file>