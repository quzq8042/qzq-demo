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6" r:id="rId4"/>
    <p:sldId id="262" r:id="rId5"/>
    <p:sldId id="260" r:id="rId6"/>
    <p:sldId id="257" r:id="rId7"/>
    <p:sldId id="258" r:id="rId8"/>
    <p:sldId id="261" r:id="rId9"/>
    <p:sldId id="268" r:id="rId10"/>
    <p:sldId id="2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4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74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17T22:28:19.622" idx="1">
    <p:pos x="10" y="10"/>
    <p:text/>
  </p:cm>
</p:cmLst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2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7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610" y="418465"/>
            <a:ext cx="11398885" cy="5888990"/>
          </a:xfrm>
        </p:spPr>
        <p:txBody>
          <a:bodyPr>
            <a:normAutofit/>
          </a:bodyPr>
          <a:p>
            <a:pPr algn="ctr"/>
            <a:r>
              <a:rPr lang="zh-CN" altLang="en-US" sz="4400">
                <a:solidFill>
                  <a:srgbClr val="FF0000"/>
                </a:solidFill>
              </a:rPr>
              <a:t>解决及优化</a:t>
            </a:r>
            <a:r>
              <a:rPr lang="en-US" altLang="zh-CN" sz="4400">
                <a:solidFill>
                  <a:srgbClr val="FF0000"/>
                </a:solidFill>
              </a:rPr>
              <a:t>NX</a:t>
            </a:r>
            <a:r>
              <a:rPr lang="zh-CN" altLang="en-US" sz="4400">
                <a:solidFill>
                  <a:srgbClr val="FF0000"/>
                </a:solidFill>
              </a:rPr>
              <a:t>若干问题的方法集合</a:t>
            </a:r>
            <a:br>
              <a:rPr lang="zh-CN" altLang="en-US">
                <a:solidFill>
                  <a:srgbClr val="FF0000"/>
                </a:solidFill>
              </a:rPr>
            </a:b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注意事项：</a:t>
            </a:r>
            <a:r>
              <a:rPr lang="en-US" altLang="zh-CN">
                <a:solidFill>
                  <a:srgbClr val="FF0000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在修改模板还是其它记事本之前一定要做好备份，以防修改失误造成损失</a:t>
            </a:r>
            <a:r>
              <a:rPr lang="en-US" altLang="zh-CN">
                <a:solidFill>
                  <a:schemeClr val="tx1"/>
                </a:solidFill>
              </a:rPr>
              <a:t>.</a:t>
            </a:r>
            <a:br>
              <a:rPr lang="en-US" altLang="zh-CN">
                <a:solidFill>
                  <a:schemeClr val="tx1"/>
                </a:solidFill>
              </a:rPr>
            </a:b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</a:rPr>
              <a:t>.</a:t>
            </a:r>
            <a:r>
              <a:rPr lang="zh-CN" altLang="en-US">
                <a:solidFill>
                  <a:schemeClr val="tx1"/>
                </a:solidFill>
              </a:rPr>
              <a:t>在以记事本打开文本时要查看是否是</a:t>
            </a:r>
            <a:r>
              <a:rPr lang="zh-CN" altLang="en-US">
                <a:solidFill>
                  <a:srgbClr val="FF0000"/>
                </a:solidFill>
              </a:rPr>
              <a:t>只读</a:t>
            </a:r>
            <a:r>
              <a:rPr lang="zh-CN" altLang="en-US">
                <a:solidFill>
                  <a:schemeClr val="tx1"/>
                </a:solidFill>
              </a:rPr>
              <a:t>状态</a:t>
            </a:r>
            <a:r>
              <a:rPr lang="en-US" altLang="zh-CN">
                <a:solidFill>
                  <a:schemeClr val="tx1"/>
                </a:solidFill>
              </a:rPr>
              <a:t>.</a:t>
            </a:r>
            <a:br>
              <a:rPr lang="en-US" altLang="zh-CN">
                <a:solidFill>
                  <a:schemeClr val="tx1"/>
                </a:solidFill>
              </a:rPr>
            </a:br>
            <a:br>
              <a:rPr lang="en-US" altLang="zh-CN">
                <a:solidFill>
                  <a:schemeClr val="tx1"/>
                </a:solidFill>
              </a:rPr>
            </a:br>
            <a:r>
              <a:rPr lang="en-US" altLang="zh-CN">
                <a:solidFill>
                  <a:schemeClr val="tx1"/>
                </a:solidFill>
              </a:rPr>
              <a:t> 3.</a:t>
            </a:r>
            <a:r>
              <a:rPr lang="zh-CN" altLang="zh-CN">
                <a:solidFill>
                  <a:schemeClr val="tx1"/>
                </a:solidFill>
              </a:rPr>
              <a:t>此</a:t>
            </a:r>
            <a:r>
              <a:rPr lang="en-US" altLang="zh-CN">
                <a:solidFill>
                  <a:schemeClr val="tx1"/>
                </a:solidFill>
              </a:rPr>
              <a:t>PPC</a:t>
            </a:r>
            <a:r>
              <a:rPr lang="zh-CN" altLang="en-US">
                <a:solidFill>
                  <a:schemeClr val="tx1"/>
                </a:solidFill>
              </a:rPr>
              <a:t>由卓越</a:t>
            </a:r>
            <a:r>
              <a:rPr lang="zh-CN" altLang="en-US">
                <a:solidFill>
                  <a:srgbClr val="FF0000"/>
                </a:solidFill>
              </a:rPr>
              <a:t>高老师</a:t>
            </a:r>
            <a:r>
              <a:rPr lang="zh-CN" altLang="en-US">
                <a:solidFill>
                  <a:schemeClr val="tx1"/>
                </a:solidFill>
              </a:rPr>
              <a:t>制作，制作不易，希望大家早日成为行业精英。</a:t>
            </a:r>
            <a:br>
              <a:rPr lang="en-US" altLang="zh-CN">
                <a:solidFill>
                  <a:schemeClr val="tx1"/>
                </a:solidFill>
              </a:rPr>
            </a:b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内容占位符 3" descr="6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" y="333375"/>
            <a:ext cx="1261110" cy="1043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81280"/>
            <a:ext cx="9799320" cy="741045"/>
          </a:xfrm>
          <a:solidFill>
            <a:schemeClr val="accent2"/>
          </a:solidFill>
        </p:spPr>
        <p:txBody>
          <a:bodyPr>
            <a:normAutofit/>
          </a:bodyPr>
          <a:p>
            <a:r>
              <a:rPr lang="zh-CN" altLang="zh-CN" sz="3600"/>
              <a:t>关于卓越外挂在高版本不显示的解决方法</a:t>
            </a:r>
            <a:endParaRPr lang="zh-CN" altLang="zh-CN" sz="36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  <p:pic>
        <p:nvPicPr>
          <p:cNvPr id="4" name="图片 3" descr="c5c2ca27bc36b27ede50f7c5e6f7bd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" y="822325"/>
            <a:ext cx="10603865" cy="6035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833120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p>
            <a:pPr algn="ctr"/>
            <a:r>
              <a:rPr lang="zh-CN" altLang="en-US"/>
              <a:t>关于动态</a:t>
            </a:r>
            <a:r>
              <a:rPr lang="en-US" altLang="zh-CN"/>
              <a:t>3D</a:t>
            </a:r>
            <a:r>
              <a:rPr lang="zh-CN" altLang="en-US"/>
              <a:t>加工环境变量添加方法</a:t>
            </a:r>
            <a:endParaRPr lang="zh-CN" altLang="en-US"/>
          </a:p>
        </p:txBody>
      </p:sp>
      <p:pic>
        <p:nvPicPr>
          <p:cNvPr id="4" name="内容占位符 3" descr="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835" y="1377315"/>
            <a:ext cx="3475990" cy="4759325"/>
          </a:xfrm>
          <a:prstGeom prst="rect">
            <a:avLst/>
          </a:prstGeom>
        </p:spPr>
      </p:pic>
      <p:pic>
        <p:nvPicPr>
          <p:cNvPr id="5" name="图片 4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0" y="833120"/>
            <a:ext cx="9190355" cy="60788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35"/>
            <a:ext cx="10968990" cy="883285"/>
          </a:xfrm>
          <a:solidFill>
            <a:schemeClr val="accent5"/>
          </a:solidFill>
        </p:spPr>
        <p:txBody>
          <a:bodyPr/>
          <a:p>
            <a:pPr algn="ctr"/>
            <a:r>
              <a:rPr lang="zh-CN" altLang="en-US" sz="4000">
                <a:solidFill>
                  <a:schemeClr val="tx2"/>
                </a:solidFill>
              </a:rPr>
              <a:t>关于</a:t>
            </a:r>
            <a:r>
              <a:rPr lang="en-US" altLang="zh-CN" sz="4000">
                <a:solidFill>
                  <a:schemeClr val="tx2"/>
                </a:solidFill>
              </a:rPr>
              <a:t>NX12</a:t>
            </a:r>
            <a:r>
              <a:rPr lang="zh-CN" altLang="en-US" sz="4000">
                <a:solidFill>
                  <a:schemeClr val="tx2"/>
                </a:solidFill>
              </a:rPr>
              <a:t>安装后没有</a:t>
            </a:r>
            <a:r>
              <a:rPr lang="en-US" altLang="zh-CN" sz="4000">
                <a:solidFill>
                  <a:schemeClr val="tx2"/>
                </a:solidFill>
              </a:rPr>
              <a:t>drill</a:t>
            </a:r>
            <a:r>
              <a:rPr lang="zh-CN" altLang="zh-CN" sz="4000">
                <a:solidFill>
                  <a:schemeClr val="tx2"/>
                </a:solidFill>
              </a:rPr>
              <a:t>钻孔命令调用方法</a:t>
            </a:r>
            <a:endParaRPr lang="zh-CN" altLang="zh-CN" sz="4000">
              <a:solidFill>
                <a:schemeClr val="tx2"/>
              </a:solidFill>
            </a:endParaRPr>
          </a:p>
        </p:txBody>
      </p:sp>
      <p:pic>
        <p:nvPicPr>
          <p:cNvPr id="4" name="内容占位符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9055" y="883920"/>
            <a:ext cx="9363710" cy="6070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721995"/>
          </a:xfrm>
          <a:solidFill>
            <a:schemeClr val="accent3"/>
          </a:solidFill>
        </p:spPr>
        <p:txBody>
          <a:bodyPr>
            <a:normAutofit/>
          </a:bodyPr>
          <a:p>
            <a:pPr algn="ctr"/>
            <a:r>
              <a:rPr lang="zh-CN" altLang="en-US"/>
              <a:t>关于修改</a:t>
            </a:r>
            <a:r>
              <a:rPr lang="en-US" altLang="zh-CN"/>
              <a:t>UG</a:t>
            </a:r>
            <a:r>
              <a:rPr lang="zh-CN" altLang="en-US"/>
              <a:t>标题栏命名的方法</a:t>
            </a:r>
            <a:endParaRPr lang="zh-CN" altLang="en-US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0940" y="721360"/>
            <a:ext cx="9843770" cy="61366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35"/>
            <a:ext cx="10968990" cy="884555"/>
          </a:xfrm>
          <a:solidFill>
            <a:schemeClr val="accent4"/>
          </a:solidFill>
        </p:spPr>
        <p:txBody>
          <a:bodyPr/>
          <a:p>
            <a:pPr algn="ctr"/>
            <a:r>
              <a:rPr lang="zh-CN" altLang="en-US"/>
              <a:t>关于永久保存后处理解决方法</a:t>
            </a:r>
            <a:endParaRPr lang="zh-CN" altLang="en-US"/>
          </a:p>
        </p:txBody>
      </p:sp>
      <p:pic>
        <p:nvPicPr>
          <p:cNvPr id="4" name="内容占位符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2225" y="885825"/>
            <a:ext cx="9238615" cy="5972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92710"/>
            <a:ext cx="10968990" cy="723265"/>
          </a:xfrm>
          <a:solidFill>
            <a:schemeClr val="accent6"/>
          </a:solidFill>
        </p:spPr>
        <p:txBody>
          <a:bodyPr/>
          <a:p>
            <a:r>
              <a:rPr lang="zh-CN" altLang="en-US"/>
              <a:t>关于永久修改及优化命令的路径</a:t>
            </a:r>
            <a:r>
              <a:rPr lang="en-US" altLang="zh-CN"/>
              <a:t>-</a:t>
            </a:r>
            <a:r>
              <a:rPr lang="zh-CN" altLang="en-US"/>
              <a:t>模板文件</a:t>
            </a:r>
            <a:endParaRPr lang="zh-CN" altLang="en-US"/>
          </a:p>
        </p:txBody>
      </p:sp>
      <p:pic>
        <p:nvPicPr>
          <p:cNvPr id="4" name="内容占位符 3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4940" y="815340"/>
            <a:ext cx="8862695" cy="6042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28575"/>
            <a:ext cx="10968990" cy="792480"/>
          </a:xfrm>
          <a:solidFill>
            <a:schemeClr val="accent5"/>
          </a:solidFill>
        </p:spPr>
        <p:txBody>
          <a:bodyPr/>
          <a:p>
            <a:pPr algn="ctr"/>
            <a:r>
              <a:rPr lang="zh-CN" altLang="en-US"/>
              <a:t>解决进入加工模块时没有环境窗口的解决办法</a:t>
            </a:r>
            <a:endParaRPr lang="zh-CN" altLang="en-US"/>
          </a:p>
        </p:txBody>
      </p:sp>
      <p:pic>
        <p:nvPicPr>
          <p:cNvPr id="4" name="内容占位符 3" descr="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34490" y="821055"/>
            <a:ext cx="8424545" cy="5920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350"/>
            <a:ext cx="10968990" cy="874395"/>
          </a:xfrm>
          <a:solidFill>
            <a:schemeClr val="accent4"/>
          </a:solidFill>
        </p:spPr>
        <p:txBody>
          <a:bodyPr/>
          <a:p>
            <a:pPr algn="ctr"/>
            <a:r>
              <a:rPr lang="zh-CN" altLang="zh-CN"/>
              <a:t>找出</a:t>
            </a:r>
            <a:r>
              <a:rPr lang="en-US" altLang="zh-CN"/>
              <a:t>UG</a:t>
            </a:r>
            <a:r>
              <a:rPr lang="zh-CN" altLang="en-US"/>
              <a:t>自带的产品及编程刀路</a:t>
            </a:r>
            <a:r>
              <a:rPr lang="en-US" altLang="zh-CN"/>
              <a:t>-</a:t>
            </a:r>
            <a:r>
              <a:rPr lang="zh-CN" altLang="en-US"/>
              <a:t>机床</a:t>
            </a:r>
            <a:r>
              <a:rPr lang="en-US" altLang="zh-CN"/>
              <a:t>3D</a:t>
            </a:r>
            <a:endParaRPr lang="en-US" altLang="zh-CN"/>
          </a:p>
        </p:txBody>
      </p:sp>
      <p:pic>
        <p:nvPicPr>
          <p:cNvPr id="4" name="内容占位符 3" descr="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330" y="880745"/>
            <a:ext cx="10968990" cy="5901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39370"/>
            <a:ext cx="10968990" cy="74866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p>
            <a:pPr algn="ctr"/>
            <a:r>
              <a:rPr lang="zh-CN" altLang="en-US"/>
              <a:t>怎么设置成真实着色状态下的背景窗口</a:t>
            </a:r>
            <a:endParaRPr lang="zh-CN" altLang="en-US"/>
          </a:p>
        </p:txBody>
      </p:sp>
      <p:pic>
        <p:nvPicPr>
          <p:cNvPr id="4" name="内容占位符 3" descr="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90445" y="909955"/>
            <a:ext cx="7603490" cy="58648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82550"/>
            <a:ext cx="10968990" cy="782955"/>
          </a:xfrm>
          <a:solidFill>
            <a:schemeClr val="accent6"/>
          </a:solidFill>
        </p:spPr>
        <p:txBody>
          <a:bodyPr/>
          <a:p>
            <a:pPr algn="ctr"/>
            <a:r>
              <a:rPr lang="zh-CN" altLang="en-US"/>
              <a:t>怎么调出2D动态模拟页面及静态页面</a:t>
            </a:r>
            <a:endParaRPr lang="zh-CN" altLang="en-US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71040" y="987425"/>
            <a:ext cx="8337550" cy="5875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7145"/>
            <a:ext cx="10968990" cy="815340"/>
          </a:xfrm>
          <a:solidFill>
            <a:schemeClr val="accent3"/>
          </a:solidFill>
        </p:spPr>
        <p:txBody>
          <a:bodyPr/>
          <a:p>
            <a:pPr algn="ctr"/>
            <a:r>
              <a:rPr lang="zh-CN" altLang="en-US"/>
              <a:t>怎么永久修改画线画圆有锯齿线的问题</a:t>
            </a:r>
            <a:endParaRPr lang="zh-CN" altLang="en-US"/>
          </a:p>
        </p:txBody>
      </p:sp>
      <p:pic>
        <p:nvPicPr>
          <p:cNvPr id="4" name="内容占位符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4570" y="932180"/>
            <a:ext cx="5149215" cy="5876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82550"/>
            <a:ext cx="10968990" cy="738505"/>
          </a:xfrm>
          <a:solidFill>
            <a:schemeClr val="accent4"/>
          </a:solidFill>
        </p:spPr>
        <p:txBody>
          <a:bodyPr/>
          <a:p>
            <a:pPr algn="ctr"/>
            <a:r>
              <a:rPr lang="zh-CN" altLang="en-US"/>
              <a:t>解决基准座标删除后怎么调用的方法</a:t>
            </a:r>
            <a:endParaRPr lang="zh-CN" altLang="en-US"/>
          </a:p>
        </p:txBody>
      </p:sp>
      <p:pic>
        <p:nvPicPr>
          <p:cNvPr id="4" name="内容占位符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0545" y="889000"/>
            <a:ext cx="6003925" cy="59188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50165"/>
            <a:ext cx="10968990" cy="815340"/>
          </a:xfrm>
          <a:solidFill>
            <a:schemeClr val="accent5">
              <a:lumMod val="75000"/>
            </a:schemeClr>
          </a:solidFill>
        </p:spPr>
        <p:txBody>
          <a:bodyPr/>
          <a:p>
            <a:pPr algn="ctr"/>
            <a:r>
              <a:rPr lang="zh-CN" altLang="en-US"/>
              <a:t>怎么永久修改实体颜色</a:t>
            </a:r>
            <a:endParaRPr lang="zh-CN" altLang="en-US"/>
          </a:p>
        </p:txBody>
      </p:sp>
      <p:pic>
        <p:nvPicPr>
          <p:cNvPr id="4" name="内容占位符 3" descr="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1600" y="953770"/>
            <a:ext cx="6901180" cy="5908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960"/>
            <a:ext cx="10968990" cy="825500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p>
            <a:pPr algn="ctr"/>
            <a:r>
              <a:rPr lang="zh-CN" altLang="en-US"/>
              <a:t>怎么把高版本的滚轮件设为低版本同步的方法</a:t>
            </a:r>
            <a:endParaRPr lang="zh-CN" altLang="en-US"/>
          </a:p>
        </p:txBody>
      </p:sp>
      <p:pic>
        <p:nvPicPr>
          <p:cNvPr id="4" name="内容占位符 3" descr="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4605" y="998220"/>
            <a:ext cx="7075805" cy="58210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28575"/>
            <a:ext cx="10968990" cy="869950"/>
          </a:xfrm>
          <a:solidFill>
            <a:schemeClr val="accent4">
              <a:lumMod val="75000"/>
            </a:schemeClr>
          </a:solidFill>
        </p:spPr>
        <p:txBody>
          <a:bodyPr/>
          <a:p>
            <a:pPr algn="ctr"/>
            <a:r>
              <a:rPr lang="zh-CN" altLang="en-US"/>
              <a:t>怎么修改永久保存路径的方法</a:t>
            </a:r>
            <a:endParaRPr lang="zh-CN" altLang="en-US"/>
          </a:p>
        </p:txBody>
      </p:sp>
      <p:pic>
        <p:nvPicPr>
          <p:cNvPr id="4" name="内容占位符 3" descr="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8115" y="1009015"/>
            <a:ext cx="6788785" cy="58204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71120"/>
            <a:ext cx="10968990" cy="894715"/>
          </a:xfrm>
          <a:solidFill>
            <a:schemeClr val="accent2"/>
          </a:solidFill>
        </p:spPr>
        <p:txBody>
          <a:bodyPr>
            <a:normAutofit/>
          </a:bodyPr>
          <a:p>
            <a:pPr algn="ctr"/>
            <a:r>
              <a:rPr lang="zh-CN" altLang="en-US" sz="3200">
                <a:solidFill>
                  <a:schemeClr val="tx1"/>
                </a:solidFill>
              </a:rPr>
              <a:t>解决拉伸时标注的隐藏及双击草图线进入草图模块</a:t>
            </a:r>
            <a:endParaRPr lang="zh-CN" altLang="en-US" sz="3200">
              <a:solidFill>
                <a:schemeClr val="tx1"/>
              </a:solidFill>
            </a:endParaRPr>
          </a:p>
        </p:txBody>
      </p:sp>
      <p:pic>
        <p:nvPicPr>
          <p:cNvPr id="4" name="内容占位符 3" descr="6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00020" y="965200"/>
            <a:ext cx="6784975" cy="5842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39370"/>
            <a:ext cx="10968990" cy="815340"/>
          </a:xfrm>
          <a:solidFill>
            <a:schemeClr val="accent3">
              <a:lumMod val="75000"/>
            </a:schemeClr>
          </a:solidFill>
        </p:spPr>
        <p:txBody>
          <a:bodyPr/>
          <a:p>
            <a:pPr algn="ctr"/>
            <a:r>
              <a:rPr lang="zh-CN" altLang="en-US"/>
              <a:t>怎么设置系统自动提醒保存的方法</a:t>
            </a:r>
            <a:endParaRPr lang="zh-CN" altLang="en-US"/>
          </a:p>
        </p:txBody>
      </p:sp>
      <p:pic>
        <p:nvPicPr>
          <p:cNvPr id="4" name="内容占位符 3" descr="3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740" y="3042285"/>
            <a:ext cx="4373880" cy="222631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65" y="986155"/>
            <a:ext cx="7278370" cy="58654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71755"/>
            <a:ext cx="10968990" cy="82613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p>
            <a:pPr algn="ctr"/>
            <a:r>
              <a:rPr lang="zh-CN" altLang="en-US" sz="4400"/>
              <a:t>怎么设置草图小数后三位数的方法</a:t>
            </a:r>
            <a:endParaRPr lang="zh-CN" altLang="en-US" sz="4400"/>
          </a:p>
        </p:txBody>
      </p:sp>
      <p:pic>
        <p:nvPicPr>
          <p:cNvPr id="4" name="内容占位符 3" descr="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81350" y="1052195"/>
            <a:ext cx="58293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05" y="61595"/>
            <a:ext cx="10968990" cy="803910"/>
          </a:xfrm>
          <a:solidFill>
            <a:schemeClr val="accent4">
              <a:lumMod val="50000"/>
            </a:schemeClr>
          </a:solidFill>
        </p:spPr>
        <p:txBody>
          <a:bodyPr>
            <a:noAutofit/>
          </a:bodyPr>
          <a:p>
            <a:pPr algn="ctr"/>
            <a:r>
              <a:rPr lang="zh-CN" altLang="en-US" sz="4400"/>
              <a:t>怎么在窗口调出十字光标</a:t>
            </a:r>
            <a:endParaRPr lang="zh-CN" altLang="en-US" sz="4400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79345" y="963930"/>
            <a:ext cx="6736715" cy="5778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0"/>
            <a:ext cx="10968990" cy="652780"/>
          </a:xfrm>
          <a:solidFill>
            <a:schemeClr val="accent5"/>
          </a:solidFill>
        </p:spPr>
        <p:txBody>
          <a:bodyPr>
            <a:normAutofit fontScale="90000"/>
          </a:bodyPr>
          <a:p>
            <a:pPr algn="ctr"/>
            <a:r>
              <a:rPr lang="en-US" altLang="zh-CN"/>
              <a:t>UG</a:t>
            </a:r>
            <a:r>
              <a:rPr lang="zh-CN" altLang="zh-CN"/>
              <a:t>调用自带草图的模板方法</a:t>
            </a:r>
            <a:endParaRPr lang="zh-CN" altLang="zh-CN"/>
          </a:p>
        </p:txBody>
      </p:sp>
      <p:pic>
        <p:nvPicPr>
          <p:cNvPr id="4" name="内容占位符 3" descr="微信截图_20221018234650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45510" y="652145"/>
            <a:ext cx="4536440" cy="62052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2230"/>
            <a:ext cx="10968990" cy="763270"/>
          </a:xfrm>
          <a:solidFill>
            <a:schemeClr val="accent3"/>
          </a:solidFill>
        </p:spPr>
        <p:txBody>
          <a:bodyPr/>
          <a:p>
            <a:pPr algn="ctr"/>
            <a:r>
              <a:rPr lang="zh-CN" altLang="en-US"/>
              <a:t>解决进入加工模板没有跳出环境选项窗口</a:t>
            </a:r>
            <a:endParaRPr lang="zh-CN" altLang="en-US"/>
          </a:p>
        </p:txBody>
      </p:sp>
      <p:pic>
        <p:nvPicPr>
          <p:cNvPr id="4" name="内容占位符 3" descr="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1685" y="953770"/>
            <a:ext cx="7514590" cy="57937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11125"/>
            <a:ext cx="10968990" cy="767715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p>
            <a:pPr algn="ctr"/>
            <a:r>
              <a:rPr lang="zh-CN" altLang="en-US" sz="4000" u="sng">
                <a:solidFill>
                  <a:srgbClr val="FF0000"/>
                </a:solidFill>
              </a:rPr>
              <a:t>hole making</a:t>
            </a:r>
            <a:r>
              <a:rPr lang="zh-CN" altLang="en-US" sz="4000"/>
              <a:t>钻孔反转去缠渣方法</a:t>
            </a:r>
            <a:endParaRPr lang="zh-CN" altLang="en-US" sz="4000"/>
          </a:p>
        </p:txBody>
      </p:sp>
      <p:pic>
        <p:nvPicPr>
          <p:cNvPr id="6" name="内容占位符 5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0280" y="878840"/>
            <a:ext cx="3925570" cy="3700145"/>
          </a:xfrm>
          <a:prstGeom prst="rect">
            <a:avLst/>
          </a:prstGeom>
        </p:spPr>
      </p:pic>
      <p:pic>
        <p:nvPicPr>
          <p:cNvPr id="7" name="图片 6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878840"/>
            <a:ext cx="3305810" cy="5941060"/>
          </a:xfrm>
          <a:prstGeom prst="rect">
            <a:avLst/>
          </a:prstGeom>
        </p:spPr>
      </p:pic>
      <p:pic>
        <p:nvPicPr>
          <p:cNvPr id="8" name="图片 7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878840"/>
            <a:ext cx="3286760" cy="5941060"/>
          </a:xfrm>
          <a:prstGeom prst="rect">
            <a:avLst/>
          </a:prstGeom>
        </p:spPr>
      </p:pic>
      <p:pic>
        <p:nvPicPr>
          <p:cNvPr id="9" name="图片 8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15" y="2982595"/>
            <a:ext cx="3924935" cy="38373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35"/>
            <a:ext cx="10968990" cy="764540"/>
          </a:xfrm>
        </p:spPr>
        <p:txBody>
          <a:bodyPr/>
          <a:p>
            <a:r>
              <a:rPr lang="en-US" altLang="zh-CN"/>
              <a:t>CAD</a:t>
            </a:r>
            <a:r>
              <a:rPr lang="zh-CN" altLang="zh-CN"/>
              <a:t>导入</a:t>
            </a:r>
            <a:r>
              <a:rPr lang="en-US" altLang="zh-CN"/>
              <a:t>UG</a:t>
            </a:r>
            <a:r>
              <a:rPr lang="zh-CN" altLang="en-US"/>
              <a:t>后缺少线或者尺寸解决方法：</a:t>
            </a:r>
            <a:endParaRPr lang="zh-CN" altLang="en-US"/>
          </a:p>
        </p:txBody>
      </p:sp>
      <p:pic>
        <p:nvPicPr>
          <p:cNvPr id="4" name="内容占位符 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02580" y="837565"/>
            <a:ext cx="6667500" cy="5791200"/>
          </a:xfrm>
          <a:prstGeom prst="rect">
            <a:avLst/>
          </a:prstGeom>
        </p:spPr>
      </p:pic>
      <p:pic>
        <p:nvPicPr>
          <p:cNvPr id="5" name="图片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837565"/>
            <a:ext cx="4876165" cy="59429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UNIT_PLACING_PICTURE_USER_VIEWPORT" val="{&quot;height&quot;:8768,&quot;width&quot;:15151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UNIT_PLACING_PICTURE_USER_VIEWPORT" val="{&quot;height&quot;:7495,&quot;width&quot;:3929}"/>
</p:tagLst>
</file>

<file path=ppt/tags/tag74.xml><?xml version="1.0" encoding="utf-8"?>
<p:tagLst xmlns:p="http://schemas.openxmlformats.org/presentationml/2006/main">
  <p:tag name="KSO_WPP_MARK_KEY" val="8e5a48b0-9158-4739-89fb-9e8b3f9f52c5"/>
  <p:tag name="COMMONDATA" val="eyJoZGlkIjoiYzk2YjgwYjJiYTEzOWQwMDRmZjQzM2IwZDQxMDk1Zm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演示</Application>
  <PresentationFormat>宽屏</PresentationFormat>
  <Paragraphs>50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解决及优化NX若干问题的方法集合  注意事项：1.在修改模板还是其它记事本之前一定要做好备份，以防修改失误造成损失.  2.在以记事本打开文本时要查看是否是只读状态.   3.此PPC由卓越高老师制作，制作不易，希望大家早日成为行业精英。 </vt:lpstr>
      <vt:lpstr>关于卓越外挂在高版本不显示的解决方法</vt:lpstr>
      <vt:lpstr>关于动态3D加工环境变量添加方法</vt:lpstr>
      <vt:lpstr>关于NX12安装后没有drill钻孔命令调用方法</vt:lpstr>
      <vt:lpstr>关于修改UG标题栏命名的方法</vt:lpstr>
      <vt:lpstr>关于永久保存后处理解决方法</vt:lpstr>
      <vt:lpstr>关于永久修改及优化命令的路径-模板文件</vt:lpstr>
      <vt:lpstr>解决进入加工模块时没有环境窗口的解决办法</vt:lpstr>
      <vt:lpstr>找出UG自带的产品及编程刀路-机床3D</vt:lpstr>
      <vt:lpstr>怎么设置成真实着色状态下的背景窗口</vt:lpstr>
      <vt:lpstr>怎么调出2D动态模拟页面及静态页面</vt:lpstr>
      <vt:lpstr>怎么永久修改画线画圆有锯齿线的问题</vt:lpstr>
      <vt:lpstr>解决基准座标删除后怎么调用的方法</vt:lpstr>
      <vt:lpstr>怎么永久修改实体颜色</vt:lpstr>
      <vt:lpstr>怎么把高版本的滚轮件设为低版本同步的方法</vt:lpstr>
      <vt:lpstr>怎么修改永久保存路径的方法</vt:lpstr>
      <vt:lpstr>解决拉伸时标注的隐藏及双击草图线进入草图模块</vt:lpstr>
      <vt:lpstr>怎么设置系统自动提醒保存的方法</vt:lpstr>
      <vt:lpstr>怎么设置草图小数后三位数的方法</vt:lpstr>
      <vt:lpstr>怎么在窗口调出十字光标</vt:lpstr>
      <vt:lpstr>UG调用自带草图的模板方法</vt:lpstr>
      <vt:lpstr>解决进入加工模板没有跳出环境选项窗口</vt:lpstr>
      <vt:lpstr>hole making钻孔反转去缠渣方法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197</cp:revision>
  <dcterms:created xsi:type="dcterms:W3CDTF">2019-06-19T02:08:00Z</dcterms:created>
  <dcterms:modified xsi:type="dcterms:W3CDTF">2022-11-20T09:21:07Z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555308F191764D82A1356DC991195571</vt:lpwstr>
  </property>
</Properties>
</file>