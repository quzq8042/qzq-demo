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95680" y="35560"/>
            <a:ext cx="9144000" cy="93853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p>
            <a:r>
              <a:rPr lang="zh-CN" altLang="en-US" sz="5400"/>
              <a:t>第三讲：草图绘制</a:t>
            </a:r>
            <a:r>
              <a:rPr lang="en-US" altLang="zh-CN" sz="5400"/>
              <a:t>-1</a:t>
            </a:r>
            <a:endParaRPr lang="en-US" altLang="zh-CN" sz="5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1087755"/>
            <a:ext cx="9144000" cy="5748655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0000" lnSpcReduction="20000"/>
          </a:bodyPr>
          <a:p>
            <a:r>
              <a:rPr lang="en-US" altLang="zh-CN" sz="3600"/>
              <a:t>1</a:t>
            </a:r>
            <a:r>
              <a:rPr lang="zh-CN" altLang="en-US" sz="3600"/>
              <a:t>：什么是</a:t>
            </a:r>
            <a:r>
              <a:rPr lang="en-US" altLang="zh-CN" sz="3600"/>
              <a:t>2D</a:t>
            </a:r>
            <a:r>
              <a:rPr lang="zh-CN" altLang="en-US" sz="3600"/>
              <a:t>草图？</a:t>
            </a:r>
            <a:r>
              <a:rPr lang="en-US" altLang="zh-CN" sz="3600">
                <a:sym typeface="+mn-ea"/>
              </a:rPr>
              <a:t>2D</a:t>
            </a:r>
            <a:r>
              <a:rPr lang="zh-CN" altLang="en-US" sz="3600">
                <a:sym typeface="+mn-ea"/>
              </a:rPr>
              <a:t>草图有什么作用？</a:t>
            </a:r>
            <a:endParaRPr lang="zh-CN" altLang="en-US" sz="3600">
              <a:sym typeface="+mn-ea"/>
            </a:endParaRPr>
          </a:p>
          <a:p>
            <a:endParaRPr lang="zh-CN" altLang="en-US" sz="3600"/>
          </a:p>
          <a:p>
            <a:r>
              <a:rPr lang="en-US" altLang="zh-CN" sz="3600"/>
              <a:t>2</a:t>
            </a:r>
            <a:r>
              <a:rPr lang="zh-CN" altLang="en-US" sz="3600"/>
              <a:t>：</a:t>
            </a:r>
            <a:r>
              <a:rPr lang="zh-CN" altLang="en-US" sz="3600">
                <a:sym typeface="+mn-ea"/>
              </a:rPr>
              <a:t>实体建模为什么要使用</a:t>
            </a:r>
            <a:r>
              <a:rPr lang="en-US" altLang="zh-CN" sz="3600">
                <a:sym typeface="+mn-ea"/>
              </a:rPr>
              <a:t>2D</a:t>
            </a:r>
            <a:r>
              <a:rPr lang="zh-CN" altLang="en-US" sz="3600">
                <a:sym typeface="+mn-ea"/>
              </a:rPr>
              <a:t>草图？</a:t>
            </a:r>
            <a:endParaRPr lang="zh-CN" altLang="en-US" sz="3600">
              <a:sym typeface="+mn-ea"/>
            </a:endParaRPr>
          </a:p>
          <a:p>
            <a:endParaRPr lang="zh-CN" altLang="en-US" sz="3600">
              <a:sym typeface="+mn-ea"/>
            </a:endParaRPr>
          </a:p>
          <a:p>
            <a:r>
              <a:rPr lang="en-US" altLang="zh-CN" sz="3600">
                <a:sym typeface="+mn-ea"/>
              </a:rPr>
              <a:t>4</a:t>
            </a:r>
            <a:r>
              <a:rPr lang="zh-CN" altLang="en-US" sz="3600">
                <a:sym typeface="+mn-ea"/>
              </a:rPr>
              <a:t>：进入绘制草图实例阶段：</a:t>
            </a:r>
            <a:endParaRPr lang="zh-CN" altLang="en-US" sz="3600">
              <a:sym typeface="+mn-ea"/>
            </a:endParaRPr>
          </a:p>
          <a:p>
            <a:endParaRPr lang="zh-CN" altLang="en-US" sz="3600">
              <a:sym typeface="+mn-ea"/>
            </a:endParaRPr>
          </a:p>
          <a:p>
            <a:r>
              <a:rPr lang="zh-CN" altLang="en-US" sz="3600">
                <a:sym typeface="+mn-ea"/>
              </a:rPr>
              <a:t> （</a:t>
            </a:r>
            <a:r>
              <a:rPr lang="en-US" altLang="zh-CN" sz="3600">
                <a:sym typeface="+mn-ea"/>
              </a:rPr>
              <a:t>1</a:t>
            </a:r>
            <a:r>
              <a:rPr lang="zh-CN" altLang="en-US" sz="3600">
                <a:sym typeface="+mn-ea"/>
              </a:rPr>
              <a:t>）挑选一些有代表性的案例进行讲解，其目的对上节课的命令进行灵活运用。</a:t>
            </a:r>
            <a:endParaRPr lang="zh-CN" altLang="en-US" sz="3600">
              <a:sym typeface="+mn-ea"/>
            </a:endParaRPr>
          </a:p>
          <a:p>
            <a:endParaRPr lang="zh-CN" altLang="en-US" sz="3600">
              <a:sym typeface="+mn-ea"/>
            </a:endParaRPr>
          </a:p>
          <a:p>
            <a:r>
              <a:rPr lang="zh-CN" altLang="en-US" sz="3600">
                <a:sym typeface="+mn-ea"/>
              </a:rPr>
              <a:t>（</a:t>
            </a:r>
            <a:r>
              <a:rPr lang="en-US" altLang="zh-CN" sz="3600">
                <a:sym typeface="+mn-ea"/>
              </a:rPr>
              <a:t>2</a:t>
            </a:r>
            <a:r>
              <a:rPr lang="zh-CN" altLang="en-US" sz="3600">
                <a:sym typeface="+mn-ea"/>
              </a:rPr>
              <a:t>）在绘图中同时提高同学们的识图能力</a:t>
            </a:r>
            <a:endParaRPr lang="zh-CN" altLang="en-US" sz="3600">
              <a:sym typeface="+mn-ea"/>
            </a:endParaRPr>
          </a:p>
          <a:p>
            <a:endParaRPr lang="zh-CN" altLang="en-US" sz="3600">
              <a:sym typeface="+mn-ea"/>
            </a:endParaRPr>
          </a:p>
          <a:p>
            <a:r>
              <a:rPr lang="zh-CN" altLang="en-US" sz="3200"/>
              <a:t>（</a:t>
            </a:r>
            <a:r>
              <a:rPr lang="en-US" altLang="zh-CN" sz="3200"/>
              <a:t>3</a:t>
            </a:r>
            <a:r>
              <a:rPr lang="zh-CN" altLang="en-US" sz="3200"/>
              <a:t>）布置课后作业。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38430"/>
            <a:ext cx="10515600" cy="1373505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Autofit/>
          </a:bodyPr>
          <a:p>
            <a:r>
              <a:rPr lang="en-US" altLang="zh-CN" sz="4000">
                <a:sym typeface="+mn-ea"/>
              </a:rPr>
              <a:t>          1.</a:t>
            </a:r>
            <a:r>
              <a:rPr lang="zh-CN" altLang="en-US" sz="4000">
                <a:sym typeface="+mn-ea"/>
              </a:rPr>
              <a:t>什么是</a:t>
            </a:r>
            <a:r>
              <a:rPr lang="en-US" altLang="zh-CN" sz="4000">
                <a:sym typeface="+mn-ea"/>
              </a:rPr>
              <a:t>2D</a:t>
            </a:r>
            <a:r>
              <a:rPr lang="zh-CN" altLang="en-US" sz="4000">
                <a:sym typeface="+mn-ea"/>
              </a:rPr>
              <a:t>草图？</a:t>
            </a:r>
            <a:r>
              <a:rPr lang="en-US" altLang="zh-CN" sz="4000">
                <a:sym typeface="+mn-ea"/>
              </a:rPr>
              <a:t>2.</a:t>
            </a:r>
            <a:r>
              <a:rPr lang="en-US" altLang="zh-CN" sz="4000">
                <a:sym typeface="+mn-ea"/>
              </a:rPr>
              <a:t>2D</a:t>
            </a:r>
            <a:r>
              <a:rPr lang="zh-CN" altLang="en-US" sz="4000">
                <a:sym typeface="+mn-ea"/>
              </a:rPr>
              <a:t>草图有什么作用？ </a:t>
            </a:r>
            <a:r>
              <a:rPr lang="en-US" altLang="zh-CN" sz="4000">
                <a:sym typeface="+mn-ea"/>
              </a:rPr>
              <a:t>3.</a:t>
            </a:r>
            <a:r>
              <a:rPr lang="zh-CN" altLang="en-US" sz="4000">
                <a:sym typeface="+mn-ea"/>
              </a:rPr>
              <a:t>实体建模为什么要使用</a:t>
            </a:r>
            <a:r>
              <a:rPr lang="en-US" altLang="zh-CN" sz="4000">
                <a:sym typeface="+mn-ea"/>
              </a:rPr>
              <a:t>2D</a:t>
            </a:r>
            <a:r>
              <a:rPr lang="zh-CN" altLang="en-US" sz="4000">
                <a:sym typeface="+mn-ea"/>
              </a:rPr>
              <a:t>草图？</a:t>
            </a:r>
            <a:endParaRPr lang="zh-CN" altLang="en-US" sz="40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p>
            <a:r>
              <a:rPr lang="en-US" altLang="zh-CN">
                <a:sym typeface="+mn-ea"/>
              </a:rPr>
              <a:t>1.2D</a:t>
            </a:r>
            <a:r>
              <a:rPr lang="zh-CN" altLang="en-US">
                <a:sym typeface="+mn-ea"/>
              </a:rPr>
              <a:t>草图通俗的讲就是平面图</a:t>
            </a:r>
            <a:endParaRPr lang="zh-CN" altLang="en-US"/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草图是实体建模的基础，其重要性就好比修房子要打地基一样。能熟练绘制各种合格的草图，离实体建模就成功了一大半。</a:t>
            </a:r>
            <a:endParaRPr lang="zh-CN" altLang="en-US"/>
          </a:p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实体建模为什么要使用</a:t>
            </a:r>
            <a:r>
              <a:rPr lang="en-US" altLang="zh-CN">
                <a:sym typeface="+mn-ea"/>
              </a:rPr>
              <a:t>2D</a:t>
            </a:r>
            <a:r>
              <a:rPr lang="zh-CN" altLang="en-US">
                <a:sym typeface="+mn-ea"/>
              </a:rPr>
              <a:t>草图。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）让建模更加简单，尤其对于复杂实体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）利于修改图形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）方便全参数化建模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WPS 演示</Application>
  <PresentationFormat>宽屏</PresentationFormat>
  <Paragraphs>25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Calibri Light</vt:lpstr>
      <vt:lpstr>Calibri</vt:lpstr>
      <vt:lpstr>微软雅黑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4</cp:revision>
  <dcterms:created xsi:type="dcterms:W3CDTF">2022-08-23T03:42:58Z</dcterms:created>
  <dcterms:modified xsi:type="dcterms:W3CDTF">2022-08-23T05:42:01Z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2052-10.1.0.5850</vt:lpwstr>
  </property>
</Properties>
</file>