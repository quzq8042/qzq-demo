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2" r:id="rId3"/>
    <p:sldId id="263" r:id="rId4"/>
    <p:sldId id="265" r:id="rId5"/>
    <p:sldId id="256" r:id="rId6"/>
    <p:sldId id="258" r:id="rId7"/>
    <p:sldId id="257" r:id="rId8"/>
    <p:sldId id="260" r:id="rId9"/>
    <p:sldId id="259" r:id="rId10"/>
    <p:sldId id="26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73FD7B-6198-4383-A5D1-6770054C0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344EF1B-CB6A-44EB-B699-56E8EC114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057B6E-48D0-4438-BA30-04820C06E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1237A-1032-46EB-A375-F5E5FC0B8EB8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EDE661-F9FC-4748-BB51-31FA19219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5991C1-E418-4DE1-B7A8-09DEAB9F6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2990-0997-456C-8740-B32A78448B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564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8AC758-0BE7-40F9-A4A2-284811BEF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B471E3-6D5F-49ED-B0FB-7DCF4BAFC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EA4D62-35C5-42E8-91AD-5A5C9F644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1237A-1032-46EB-A375-F5E5FC0B8EB8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921697-4201-420E-A034-03F1DF3A0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A81E95-CE49-40FB-A0F2-3EDF418AC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2990-0997-456C-8740-B32A78448B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58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8DBA3-2E03-4D5C-ADFF-FBFA2BCD2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53CC2A-BCAF-4241-BEF4-C38837091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9A5691-0107-4BA7-8575-711264D6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1237A-1032-46EB-A375-F5E5FC0B8EB8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36D17C-6A41-46B1-A893-8E2364FEE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F14D56-C90A-40AD-8732-D0F5112FD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2990-0997-456C-8740-B32A78448B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29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BB695E-2720-4575-905A-6463DEF3B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713DCC-2CAE-4659-8131-649832CDB6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9C4D14-F991-4FB2-9B48-3A062C74B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EE480C-AF38-4444-B252-F9A33BA5B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1237A-1032-46EB-A375-F5E5FC0B8EB8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A64A81-943E-4C9E-8121-A0E3BBB31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C70971-E7D1-4E76-89A9-3CEB921D5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2990-0997-456C-8740-B32A78448B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05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5F6301-2629-441F-8F09-413168ADF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50C9E4-57BC-4BE5-A320-74EA9E224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5584D9-5DC8-4C4A-8C55-5FDD0409F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7700C83-19AA-4D1C-B640-6DCE282060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A532CB2-3FBA-449E-8277-514F5D1999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88C474D-CAF2-447F-A9DE-261533E2B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1237A-1032-46EB-A375-F5E5FC0B8EB8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A23D8E1-CD8A-4361-820F-D3985083E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1F10757-125A-4685-8E36-032894D9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2990-0997-456C-8740-B32A78448B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187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3F3BF3-C576-475D-B8EF-6B1E9B72C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D8B0F2-997D-4D41-B999-D995393D2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1237A-1032-46EB-A375-F5E5FC0B8EB8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AFD6110-35E2-40EB-8927-6068A81D6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551AFC-C027-4FD4-8857-DA05C9048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2990-0997-456C-8740-B32A78448B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62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53F07A-627C-49B2-8995-D70215367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1237A-1032-46EB-A375-F5E5FC0B8EB8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BAD066-25E1-4552-B11D-67C7EDF1A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DE5E4B-3F29-44DC-941F-19CCC579C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2990-0997-456C-8740-B32A78448B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23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50D1A8-5D68-46EB-AA9E-93E448D8B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AA6201-6E5A-4A4E-8E95-1F1190775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B32BFC-01DC-4E62-9956-C0457FE50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E270C5-ABA0-4790-8C7B-DB9B290E1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1237A-1032-46EB-A375-F5E5FC0B8EB8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8206DD-EDB6-49F7-BB18-9ADB6BFD7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F80A94-4B95-4B45-AD08-480BD5664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2990-0997-456C-8740-B32A78448B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856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639100-750A-46FF-9309-75A2D570C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A3F577-1641-4515-937B-F23FAC69D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8BE110-7354-4475-8823-CDB8680C2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9A99E8-3F4B-48EA-A5B1-C55D74EE6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1237A-1032-46EB-A375-F5E5FC0B8EB8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A669D1-59C2-4ED2-BF14-E34DECB27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C7833B-2213-4385-8CAB-0DA6D5786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2990-0997-456C-8740-B32A78448B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977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9DE85A-42C7-4425-879D-2A22B527A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6E0AE4-0D22-4FD6-8ADF-9092EC7C7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36FB03-DA35-45FD-A622-7034A8B07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1237A-1032-46EB-A375-F5E5FC0B8EB8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046884-9DE5-4D5D-8F1C-05C40AFBE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51EDC8-6664-4F0B-B77D-FF970E312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2990-0997-456C-8740-B32A78448B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974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3419F6-D5B2-4F32-A1E7-072FD0515A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9AF0FE-5CB7-4ED6-A283-0A15DB430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CDA6B6-7C62-4AE2-AA18-8D8F2907E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1237A-1032-46EB-A375-F5E5FC0B8EB8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CE3C46-FB2E-4EC5-8417-50CFDCCDD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87D6AE-3D2A-4ECB-86F9-7C7B394F5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2990-0997-456C-8740-B32A78448B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42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98F0D0-6C40-4A59-873C-2D883D41F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CE6CDE-1BF3-41D0-8343-6A63AE1F3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DC9EBC-73F4-4E42-AC0F-AD54908C0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1237A-1032-46EB-A375-F5E5FC0B8EB8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BC04C7-67D4-4863-A945-92C918077A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13A461-D159-4F82-B7CB-017110A71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22990-0997-456C-8740-B32A78448B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33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91300" y="-18450"/>
            <a:ext cx="15525664" cy="700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98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A985933-97D3-4844-BC43-773D7FF7D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171" y="96535"/>
            <a:ext cx="7638585" cy="687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43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16" y="211540"/>
            <a:ext cx="11259402" cy="844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163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12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3059E70-12E0-46EB-B99C-1474C3A71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61" y="135039"/>
            <a:ext cx="9634653" cy="696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613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9FB8F4-30C3-4D2D-B429-6B380E26A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77" y="1382751"/>
            <a:ext cx="10950953" cy="447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128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C3A1501-38F0-4659-814B-9F98DE83A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900" y="514350"/>
            <a:ext cx="82042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89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40A5B8B-04C1-4B20-B99A-14DFD3ACA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743" y="1014298"/>
            <a:ext cx="7478180" cy="419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072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79" y="793749"/>
            <a:ext cx="10563366" cy="600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673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8660200-F331-42B3-8B7C-2A8E3B554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5738"/>
            <a:ext cx="12087921" cy="734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819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0</Words>
  <Application>Microsoft Office PowerPoint</Application>
  <PresentationFormat>宽屏</PresentationFormat>
  <Paragraphs>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PC</cp:lastModifiedBy>
  <cp:revision>18</cp:revision>
  <dcterms:created xsi:type="dcterms:W3CDTF">2017-10-08T09:28:23Z</dcterms:created>
  <dcterms:modified xsi:type="dcterms:W3CDTF">2017-10-10T14:13:33Z</dcterms:modified>
</cp:coreProperties>
</file>