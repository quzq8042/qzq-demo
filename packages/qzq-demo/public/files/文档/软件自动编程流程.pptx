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82550"/>
            <a:ext cx="9799320" cy="1014730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90000"/>
          </a:bodyPr>
          <a:p>
            <a:r>
              <a:rPr lang="zh-CN" altLang="zh-CN"/>
              <a:t>软件自动编程流程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77190" y="1262380"/>
            <a:ext cx="11398250" cy="5595620"/>
          </a:xfrm>
          <a:solidFill>
            <a:schemeClr val="tx1"/>
          </a:solidFill>
        </p:spPr>
        <p:txBody>
          <a:bodyPr>
            <a:normAutofit fontScale="30000"/>
          </a:bodyPr>
          <a:p>
            <a:pPr algn="l"/>
            <a:r>
              <a:rPr lang="en-US" altLang="zh-CN" sz="8800">
                <a:solidFill>
                  <a:schemeClr val="bg1"/>
                </a:solidFill>
              </a:rPr>
              <a:t>1.</a:t>
            </a:r>
            <a:r>
              <a:rPr lang="zh-CN" altLang="en-US" sz="8800">
                <a:solidFill>
                  <a:schemeClr val="bg1"/>
                </a:solidFill>
              </a:rPr>
              <a:t>分析零件图纸（零件形状、材质、尺寸、公差、技术要求）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2.</a:t>
            </a:r>
            <a:r>
              <a:rPr lang="zh-CN" altLang="en-US" sz="8800">
                <a:solidFill>
                  <a:schemeClr val="bg1"/>
                </a:solidFill>
              </a:rPr>
              <a:t>确定零件毛坯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3.</a:t>
            </a:r>
            <a:r>
              <a:rPr lang="zh-CN" altLang="en-US" sz="8800">
                <a:solidFill>
                  <a:schemeClr val="bg1"/>
                </a:solidFill>
              </a:rPr>
              <a:t>确定工艺流程与装夹方式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4.</a:t>
            </a:r>
            <a:r>
              <a:rPr lang="zh-CN" altLang="en-US" sz="8800">
                <a:solidFill>
                  <a:schemeClr val="bg1"/>
                </a:solidFill>
              </a:rPr>
              <a:t>确定加工模型（二维线框、曲面、实体）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5.</a:t>
            </a:r>
            <a:r>
              <a:rPr lang="zh-CN" altLang="en-US" sz="8800">
                <a:solidFill>
                  <a:schemeClr val="bg1"/>
                </a:solidFill>
              </a:rPr>
              <a:t>选择合理的加工策略（加工方法、坐标设定、毛坯设定、刀具选择）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6.</a:t>
            </a:r>
            <a:r>
              <a:rPr lang="zh-CN" altLang="en-US" sz="8800">
                <a:solidFill>
                  <a:schemeClr val="bg1"/>
                </a:solidFill>
              </a:rPr>
              <a:t>设置加工参数（刀路参数、吃刀量、主轴转数、进给速度等）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7.</a:t>
            </a:r>
            <a:r>
              <a:rPr lang="zh-CN" altLang="en-US" sz="8800">
                <a:solidFill>
                  <a:schemeClr val="bg1"/>
                </a:solidFill>
              </a:rPr>
              <a:t>生成刀路并仿真刀轨正确性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8.</a:t>
            </a:r>
            <a:r>
              <a:rPr lang="zh-CN" altLang="en-US" sz="8800">
                <a:solidFill>
                  <a:schemeClr val="bg1"/>
                </a:solidFill>
              </a:rPr>
              <a:t>后处理机床</a:t>
            </a:r>
            <a:r>
              <a:rPr lang="en-US" altLang="zh-CN" sz="8800">
                <a:solidFill>
                  <a:schemeClr val="bg1"/>
                </a:solidFill>
              </a:rPr>
              <a:t>G</a:t>
            </a:r>
            <a:r>
              <a:rPr lang="zh-CN" altLang="en-US" sz="8800">
                <a:solidFill>
                  <a:schemeClr val="bg1"/>
                </a:solidFill>
              </a:rPr>
              <a:t>代码</a:t>
            </a:r>
            <a:endParaRPr lang="zh-CN" altLang="en-US" sz="8800">
              <a:solidFill>
                <a:schemeClr val="bg1"/>
              </a:solidFill>
            </a:endParaRPr>
          </a:p>
          <a:p>
            <a:pPr algn="l"/>
            <a:r>
              <a:rPr lang="en-US" altLang="zh-CN" sz="8800">
                <a:solidFill>
                  <a:schemeClr val="bg1"/>
                </a:solidFill>
              </a:rPr>
              <a:t>9.</a:t>
            </a:r>
            <a:r>
              <a:rPr lang="zh-CN" altLang="en-US" sz="8800">
                <a:solidFill>
                  <a:schemeClr val="bg1"/>
                </a:solidFill>
              </a:rPr>
              <a:t>拷贝</a:t>
            </a:r>
            <a:r>
              <a:rPr lang="en-US" altLang="zh-CN" sz="8800">
                <a:solidFill>
                  <a:schemeClr val="bg1"/>
                </a:solidFill>
              </a:rPr>
              <a:t>G</a:t>
            </a:r>
            <a:r>
              <a:rPr lang="zh-CN" altLang="en-US" sz="8800">
                <a:solidFill>
                  <a:schemeClr val="bg1"/>
                </a:solidFill>
              </a:rPr>
              <a:t>代码至机床加工</a:t>
            </a:r>
            <a:br>
              <a:rPr lang="zh-CN" altLang="en-US"/>
            </a:b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UG编程流程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2000" cy="71932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COMMONDATA" val="eyJoZGlkIjoiYzk2YjgwYjJiYTEzOWQwMDRmZjQzM2IwZDQxMDk1Zm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软件自动编程流程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178</cp:revision>
  <dcterms:created xsi:type="dcterms:W3CDTF">2019-06-19T02:08:00Z</dcterms:created>
  <dcterms:modified xsi:type="dcterms:W3CDTF">2023-12-26T08:51:31Z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88CE1F8FCEF346DF87CBE6D9F44CEBCD</vt:lpwstr>
  </property>
</Properties>
</file>