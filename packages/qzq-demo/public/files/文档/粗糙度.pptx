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E6FDB-5C1D-4975-8921-626647D4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FEEC34-265B-4A6B-8E71-2FA2A5CF4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4F19B-B8C9-4B91-B7DF-52963AE8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05768C-61AC-436C-A94D-4C253526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FA4CF-30BD-42CA-8C1D-5B16322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19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C3FEC-13D8-4CFF-B983-5FBFD8A6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718A2-7558-4EFE-B36C-157335E82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3ADD2C-2775-46E7-AE67-D6584CC2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7360E1-58E3-44D3-BBF0-B0776589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ACD40-5D41-4C79-8A8D-BCA07765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22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C290F-057E-435A-B88D-F21FF2CF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B288D7-1657-4C0F-AB2E-0462AAD7F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3D8245-58C6-4C52-8D43-779F3B43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BFAD8-BAF7-4286-A05E-1F124B6A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15C2D-EDBA-40A0-8DB4-36A1768E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23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BAD8D-BE79-4E47-9BCE-1E03C531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B9AEF-2349-457C-8B90-E4BCB2EFD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6D3C51-EEA7-4924-B792-3560A610E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D78972-0791-466C-AD1B-C2AE34E8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585270-0F4C-4701-8B99-B9FE0EB0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B2C5A7-552B-4EC1-B43D-D2F142DA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21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EAC97-06C4-48A4-B3D5-EC132109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380E3E-9E6B-4E9A-A0FB-CEE89D25A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A848B0-C5B5-435C-86B9-7BF6FE84E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BCD1B6-3EB0-4739-BB7F-C3FAE884C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E3844B-EADA-432D-A834-33DD27C1A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BB6DF7-7F22-41A4-B776-4CBE3F62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EFE0B2-F390-466E-8A49-E03DC7E2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BC53A4-D610-4804-BD46-B97184CB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8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F7577-4DB6-4C89-BCD0-BC602E5B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A579A9-E7FB-49A8-9D3A-3ED7DCCD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396CF9-9127-4F46-AFF3-749A8F10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9D0A35-5EC5-4176-BE19-C47165BB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70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215DAF-B04A-4943-A95B-A545D4A1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0230A8-C608-4F4F-A3FA-A0C908DC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843F33-3B86-4088-987E-4DA21309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6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E0C58-13B8-4FC4-9491-D1792348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4DF703-971A-42F4-A7D8-77E348C1D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6FB18E-0A1A-4B93-A0D6-E318C5765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EFCB9E-584D-4C7A-ADB5-20DADA78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DD8B57-2D7C-441D-BBA0-2F5DFF6B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9F8C6B-CBFF-4E0E-B03E-ECC4CE1E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09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AECE8-6548-4FB3-8ED2-9D0B3CC0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1678DF-EF13-4318-AA2B-A0606D19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B1955A-DF20-459D-BC61-EBD7264E4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C5D848-592B-4E94-9B9E-A3E22BC4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ECBEFA-C756-4197-8FA0-0D837E79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B658C8-756A-4760-A8F3-6669758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73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9B145-2237-44AC-A12F-6A99AA66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9114C8-EB52-485C-8BFA-3479DB374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7AE74-131A-4BF5-9DA9-A1933BC6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3F9EB9-0339-4669-9EAE-57510CE8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8D8BCB-B3D1-4A84-A11C-F723CE0B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67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B09D12-2B9A-49F3-AD2D-B760B4E6D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A4CA69-84A6-4813-9F24-F96869FF9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E7D3F4-183A-44CD-BB8E-EA361798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3F4B3C-5DD8-45E1-B28D-1CC509D7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6BF672-0034-48BD-820B-D93FFB27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47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E2C457-F034-4F71-B91E-1B6B95D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FFE1CD-B65A-48DD-ACC4-3A707F249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47244-7789-47D5-A34E-9D05F06C4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0112C-6881-4171-9E32-A70AA98EA7BE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262D3-A66D-41FA-AC10-30808140D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610BA-2DD1-4C19-9AA3-31E8CACFE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D23A1-3B4A-44B2-9F64-1DA26EEBE9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17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9BD5AF-FA80-43F5-A872-BEEF1BF7F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61" y="423746"/>
            <a:ext cx="10881161" cy="64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6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056"/>
            <a:ext cx="12191999" cy="727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9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BCC7F1-5DB9-4743-8853-1D4187A98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73" y="45576"/>
            <a:ext cx="11980127" cy="670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0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345" y="0"/>
            <a:ext cx="7625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8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71" y="133046"/>
            <a:ext cx="10358650" cy="655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1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42E2D3-DEB9-441D-8C8B-498A9A0BD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67" y="0"/>
            <a:ext cx="10470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EFCEEA-4AF0-4384-A1ED-EB66F45F6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50" y="920750"/>
            <a:ext cx="7099300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4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PC</cp:lastModifiedBy>
  <cp:revision>6</cp:revision>
  <dcterms:created xsi:type="dcterms:W3CDTF">2017-10-08T09:33:32Z</dcterms:created>
  <dcterms:modified xsi:type="dcterms:W3CDTF">2017-10-10T15:50:11Z</dcterms:modified>
</cp:coreProperties>
</file>