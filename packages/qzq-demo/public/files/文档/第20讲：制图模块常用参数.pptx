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7a797cd-c6ab-47fd-87e9-13c304a77a82}">
          <p14:sldIdLst>
            <p14:sldId id="256"/>
            <p14:sldId id="264"/>
            <p14:sldId id="257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61620"/>
            <a:ext cx="9144000" cy="836930"/>
          </a:xfrm>
        </p:spPr>
        <p:txBody>
          <a:bodyPr>
            <a:normAutofit fontScale="90000"/>
          </a:bodyPr>
          <a:p>
            <a:r>
              <a:rPr lang="zh-CN" altLang="en-US"/>
              <a:t>制图模块常用参数</a:t>
            </a:r>
            <a:r>
              <a:rPr lang="en-US" altLang="zh-CN"/>
              <a:t>-1</a:t>
            </a:r>
            <a:endParaRPr lang="en-US" altLang="zh-CN"/>
          </a:p>
        </p:txBody>
      </p:sp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45" y="1162685"/>
            <a:ext cx="7362190" cy="5631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8835"/>
          </a:xfrm>
        </p:spPr>
        <p:txBody>
          <a:bodyPr/>
          <a:p>
            <a:pPr algn="ctr"/>
            <a:r>
              <a:rPr lang="zh-CN" altLang="zh-CN"/>
              <a:t>改变标箭头大小及形态</a:t>
            </a:r>
            <a:endParaRPr lang="zh-CN" altLang="zh-CN"/>
          </a:p>
        </p:txBody>
      </p:sp>
      <p:pic>
        <p:nvPicPr>
          <p:cNvPr id="4" name="内容占位符 3" descr="微信图片_20251129091640_177_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854710"/>
            <a:ext cx="10515600" cy="5986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4930"/>
            <a:ext cx="10515600" cy="1174115"/>
          </a:xfrm>
        </p:spPr>
        <p:txBody>
          <a:bodyPr>
            <a:normAutofit/>
          </a:bodyPr>
          <a:p>
            <a:pPr algn="ctr"/>
            <a:r>
              <a:rPr lang="zh-CN" altLang="en-US" sz="6000">
                <a:sym typeface="+mn-ea"/>
              </a:rPr>
              <a:t>制图模块常用参数</a:t>
            </a:r>
            <a:r>
              <a:rPr lang="en-US" altLang="zh-CN" sz="6000">
                <a:sym typeface="+mn-ea"/>
              </a:rPr>
              <a:t>-2</a:t>
            </a:r>
            <a:endParaRPr lang="en-US" altLang="zh-CN" sz="6000">
              <a:sym typeface="+mn-ea"/>
            </a:endParaRPr>
          </a:p>
        </p:txBody>
      </p:sp>
      <p:pic>
        <p:nvPicPr>
          <p:cNvPr id="4" name="内容占位符 3" descr="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80235" y="1373505"/>
            <a:ext cx="6889750" cy="5405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6990"/>
            <a:ext cx="10515600" cy="1187450"/>
          </a:xfrm>
        </p:spPr>
        <p:txBody>
          <a:bodyPr>
            <a:normAutofit/>
          </a:bodyPr>
          <a:p>
            <a:pPr algn="ctr"/>
            <a:r>
              <a:rPr lang="zh-CN" altLang="en-US" sz="6000">
                <a:sym typeface="+mn-ea"/>
              </a:rPr>
              <a:t>制图模块常用参数</a:t>
            </a:r>
            <a:r>
              <a:rPr lang="en-US" altLang="zh-CN" sz="6000">
                <a:sym typeface="+mn-ea"/>
              </a:rPr>
              <a:t>-3</a:t>
            </a:r>
            <a:endParaRPr lang="en-US" altLang="zh-CN" sz="6000">
              <a:sym typeface="+mn-ea"/>
            </a:endParaRPr>
          </a:p>
        </p:txBody>
      </p:sp>
      <p:pic>
        <p:nvPicPr>
          <p:cNvPr id="4" name="内容占位符 3" descr="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83410" y="1234440"/>
            <a:ext cx="7251065" cy="555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080"/>
            <a:ext cx="10515600" cy="1353820"/>
          </a:xfrm>
        </p:spPr>
        <p:txBody>
          <a:bodyPr>
            <a:normAutofit fontScale="90000"/>
          </a:bodyPr>
          <a:p>
            <a:pPr algn="ctr"/>
            <a:r>
              <a:rPr lang="zh-CN" altLang="en-US" sz="6000">
                <a:sym typeface="+mn-ea"/>
              </a:rPr>
              <a:t>制图模块常用参数</a:t>
            </a:r>
            <a:r>
              <a:rPr lang="en-US" altLang="zh-CN" sz="6000">
                <a:sym typeface="+mn-ea"/>
              </a:rPr>
              <a:t>-4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4" name="内容占位符 3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6705" y="1358900"/>
            <a:ext cx="6499225" cy="55511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91235"/>
          </a:xfrm>
        </p:spPr>
        <p:txBody>
          <a:bodyPr/>
          <a:p>
            <a:pPr algn="ctr"/>
            <a:r>
              <a:rPr lang="zh-CN" altLang="en-US"/>
              <a:t>数据隔的比较宽，优化设置方案</a:t>
            </a:r>
            <a:endParaRPr lang="zh-CN" altLang="en-US"/>
          </a:p>
        </p:txBody>
      </p:sp>
      <p:pic>
        <p:nvPicPr>
          <p:cNvPr id="4" name="内容占位符 3" descr="微信截图_2025050411050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39900" y="991870"/>
            <a:ext cx="8711565" cy="5866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5670"/>
          </a:xfrm>
        </p:spPr>
        <p:txBody>
          <a:bodyPr/>
          <a:p>
            <a:pPr algn="ctr"/>
            <a:r>
              <a:rPr lang="zh-CN" altLang="en-US"/>
              <a:t>标注时公差数据太宽</a:t>
            </a:r>
            <a:r>
              <a:rPr lang="en-US" altLang="zh-CN"/>
              <a:t>-</a:t>
            </a:r>
            <a:r>
              <a:rPr lang="zh-CN" altLang="en-US"/>
              <a:t>解决方案</a:t>
            </a:r>
            <a:endParaRPr lang="zh-CN" altLang="en-US"/>
          </a:p>
        </p:txBody>
      </p:sp>
      <p:pic>
        <p:nvPicPr>
          <p:cNvPr id="4" name="内容占位符 3" descr="微信截图_2025073014540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02080" y="915670"/>
            <a:ext cx="9387205" cy="5941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2980"/>
          </a:xfrm>
        </p:spPr>
        <p:txBody>
          <a:bodyPr/>
          <a:p>
            <a:r>
              <a:rPr lang="zh-CN" altLang="en-US"/>
              <a:t>标注尺寸时，后面多余的零蛋</a:t>
            </a:r>
            <a:r>
              <a:rPr lang="en-US" altLang="zh-CN"/>
              <a:t>-</a:t>
            </a:r>
            <a:r>
              <a:rPr lang="zh-CN" altLang="en-US"/>
              <a:t>解决方案</a:t>
            </a:r>
            <a:endParaRPr lang="zh-CN" altLang="en-US"/>
          </a:p>
        </p:txBody>
      </p:sp>
      <p:pic>
        <p:nvPicPr>
          <p:cNvPr id="4" name="内容占位符 3" descr="微信截图_2025073014565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038860"/>
            <a:ext cx="10515600" cy="5762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WPS 演示</Application>
  <PresentationFormat>宽屏</PresentationFormat>
  <Paragraphs>16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Calibri Light</vt:lpstr>
      <vt:lpstr>微软雅黑</vt:lpstr>
      <vt:lpstr>Arial Unicode MS</vt:lpstr>
      <vt:lpstr>Calibri</vt:lpstr>
      <vt:lpstr>Office 主题</vt:lpstr>
      <vt:lpstr>制图模块常用参数-1</vt:lpstr>
      <vt:lpstr>PowerPoint 演示文稿</vt:lpstr>
      <vt:lpstr>制图模块常用参数-2</vt:lpstr>
      <vt:lpstr>制图模块常用参数-3</vt:lpstr>
      <vt:lpstr>制图模块常用参数-4 </vt:lpstr>
      <vt:lpstr>数据隔的比较宽，优化设置方案</vt:lpstr>
      <vt:lpstr>标注时公差数据太宽-解决方案</vt:lpstr>
      <vt:lpstr>标注尺寸时，后面多余的零蛋-解决方案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M|℡指缝de青春ㄨ·</cp:lastModifiedBy>
  <cp:revision>6</cp:revision>
  <dcterms:created xsi:type="dcterms:W3CDTF">2022-09-14T00:50:00Z</dcterms:created>
  <dcterms:modified xsi:type="dcterms:W3CDTF">2025-11-29T06:22:46Z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BF8E09D603A347E9B8FC2E515F0429DB_12</vt:lpwstr>
  </property>
</Properties>
</file>