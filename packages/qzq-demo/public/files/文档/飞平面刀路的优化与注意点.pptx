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6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635"/>
            <a:ext cx="9799320" cy="949960"/>
          </a:xfrm>
          <a:solidFill>
            <a:schemeClr val="accent3"/>
          </a:solidFill>
        </p:spPr>
        <p:txBody>
          <a:bodyPr>
            <a:normAutofit fontScale="90000"/>
          </a:bodyPr>
          <a:p>
            <a:r>
              <a:rPr lang="zh-CN" altLang="zh-CN"/>
              <a:t>飞平面刀路的优化与注意点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951230"/>
            <a:ext cx="9799320" cy="5907405"/>
          </a:xfrm>
          <a:solidFill>
            <a:schemeClr val="tx1"/>
          </a:solidFill>
        </p:spPr>
        <p:txBody>
          <a:bodyPr/>
          <a:p>
            <a:pPr algn="l"/>
            <a:r>
              <a:rPr lang="zh-CN" altLang="en-US" sz="2800" b="1">
                <a:solidFill>
                  <a:schemeClr val="bg1"/>
                </a:solidFill>
              </a:rPr>
              <a:t>注意点：</a:t>
            </a:r>
            <a:endParaRPr lang="zh-CN" altLang="en-US" sz="2800" b="1">
              <a:solidFill>
                <a:schemeClr val="bg1"/>
              </a:solidFill>
            </a:endParaRPr>
          </a:p>
          <a:p>
            <a:pPr algn="l"/>
            <a:r>
              <a:rPr lang="en-US" altLang="zh-CN" sz="2800" b="1">
                <a:solidFill>
                  <a:schemeClr val="bg1"/>
                </a:solidFill>
              </a:rPr>
              <a:t>1.</a:t>
            </a:r>
            <a:r>
              <a:rPr lang="zh-CN" altLang="en-US" sz="2800" b="1">
                <a:solidFill>
                  <a:schemeClr val="bg1"/>
                </a:solidFill>
              </a:rPr>
              <a:t>加工步距（注意刀具的圆角）</a:t>
            </a:r>
            <a:endParaRPr lang="zh-CN" altLang="en-US" sz="2800" b="1">
              <a:solidFill>
                <a:schemeClr val="bg1"/>
              </a:solidFill>
            </a:endParaRPr>
          </a:p>
          <a:p>
            <a:pPr algn="l"/>
            <a:r>
              <a:rPr lang="en-US" altLang="zh-CN" sz="2800" b="1">
                <a:solidFill>
                  <a:schemeClr val="bg1"/>
                </a:solidFill>
              </a:rPr>
              <a:t>2.</a:t>
            </a:r>
            <a:r>
              <a:rPr lang="zh-CN" altLang="en-US" sz="2800" b="1">
                <a:solidFill>
                  <a:schemeClr val="bg1"/>
                </a:solidFill>
              </a:rPr>
              <a:t>是否踩刀</a:t>
            </a:r>
            <a:r>
              <a:rPr lang="en-US" altLang="zh-CN" sz="2800" b="1">
                <a:solidFill>
                  <a:schemeClr val="bg1"/>
                </a:solidFill>
              </a:rPr>
              <a:t>(</a:t>
            </a:r>
            <a:r>
              <a:rPr lang="zh-CN" altLang="en-US" sz="2800" b="1">
                <a:solidFill>
                  <a:schemeClr val="bg1"/>
                </a:solidFill>
              </a:rPr>
              <a:t>开放区域建议外部进刀</a:t>
            </a:r>
            <a:r>
              <a:rPr lang="en-US" altLang="zh-CN" sz="2800" b="1">
                <a:solidFill>
                  <a:schemeClr val="bg1"/>
                </a:solidFill>
              </a:rPr>
              <a:t>)</a:t>
            </a:r>
            <a:endParaRPr lang="en-US" altLang="zh-CN" sz="2800" b="1">
              <a:solidFill>
                <a:schemeClr val="bg1"/>
              </a:solidFill>
            </a:endParaRPr>
          </a:p>
          <a:p>
            <a:pPr algn="l"/>
            <a:r>
              <a:rPr lang="en-US" altLang="zh-CN" sz="2800" b="1">
                <a:solidFill>
                  <a:schemeClr val="bg1"/>
                </a:solidFill>
              </a:rPr>
              <a:t>3.</a:t>
            </a:r>
            <a:r>
              <a:rPr lang="zh-CN" altLang="en-US" sz="2800" b="1">
                <a:solidFill>
                  <a:schemeClr val="bg1"/>
                </a:solidFill>
              </a:rPr>
              <a:t>是否分层与精加工（根据实际毛胚与零件质量判断）</a:t>
            </a:r>
            <a:endParaRPr lang="zh-CN" altLang="en-US" sz="2800" b="1">
              <a:solidFill>
                <a:schemeClr val="bg1"/>
              </a:solidFill>
            </a:endParaRPr>
          </a:p>
          <a:p>
            <a:pPr algn="l"/>
            <a:r>
              <a:rPr lang="en-US" altLang="zh-CN" sz="2800" b="1">
                <a:solidFill>
                  <a:schemeClr val="bg1"/>
                </a:solidFill>
              </a:rPr>
              <a:t>4.</a:t>
            </a:r>
            <a:r>
              <a:rPr lang="zh-CN" altLang="en-US" sz="2800" b="1">
                <a:solidFill>
                  <a:schemeClr val="bg1"/>
                </a:solidFill>
              </a:rPr>
              <a:t>是否高效（减少没必要的刀轨，且符合高速高效的目的）</a:t>
            </a:r>
            <a:endParaRPr lang="zh-CN" altLang="en-US" sz="2800" b="1">
              <a:solidFill>
                <a:schemeClr val="bg1"/>
              </a:solidFill>
            </a:endParaRPr>
          </a:p>
          <a:p>
            <a:pPr algn="l"/>
            <a:r>
              <a:rPr lang="zh-CN" altLang="en-US" sz="2800" b="1">
                <a:solidFill>
                  <a:schemeClr val="bg1"/>
                </a:solidFill>
              </a:rPr>
              <a:t>飞平面一般都是面铣刀，由于刀具较大，主轴转数要适当降低。</a:t>
            </a:r>
            <a:endParaRPr lang="zh-CN" altLang="en-US" sz="2800" b="1">
              <a:solidFill>
                <a:schemeClr val="bg1"/>
              </a:solidFill>
            </a:endParaRPr>
          </a:p>
          <a:p>
            <a:pPr algn="l"/>
            <a:r>
              <a:rPr lang="zh-CN" altLang="en-US" sz="2800" b="1">
                <a:solidFill>
                  <a:schemeClr val="bg1"/>
                </a:solidFill>
              </a:rPr>
              <a:t>如果转数过大主轴的负载则比较大，其刀片容易磨损。</a:t>
            </a:r>
            <a:endParaRPr lang="zh-CN" altLang="en-US" sz="28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COMMONDATA" val="eyJoZGlkIjoiYzk2YjgwYjJiYTEzOWQwMDRmZjQzM2IwZDQxMDk1Zm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WPS 演示</Application>
  <PresentationFormat>宽屏</PresentationFormat>
  <Paragraphs>10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177</cp:revision>
  <dcterms:created xsi:type="dcterms:W3CDTF">2019-06-19T02:08:00Z</dcterms:created>
  <dcterms:modified xsi:type="dcterms:W3CDTF">2022-11-27T06:28:19Z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C257EB4E434142D896DB5EEB6506A6F4</vt:lpwstr>
  </property>
</Properties>
</file>