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62" r:id="rId3"/>
    <p:sldId id="256" r:id="rId4"/>
    <p:sldId id="259" r:id="rId6"/>
    <p:sldId id="260" r:id="rId7"/>
    <p:sldId id="261" r:id="rId8"/>
    <p:sldId id="263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3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高老师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00" name="图片 99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67030" y="0"/>
            <a:ext cx="11753850" cy="72764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2230" y="78105"/>
            <a:ext cx="8587105" cy="1115695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p>
            <a:r>
              <a:rPr lang="zh-CN" altLang="en-US" sz="4000">
                <a:solidFill>
                  <a:schemeClr val="bg1"/>
                </a:solidFill>
                <a:uFillTx/>
              </a:rPr>
              <a:t>第</a:t>
            </a:r>
            <a:r>
              <a:rPr lang="en-US" altLang="zh-CN" sz="4000">
                <a:solidFill>
                  <a:schemeClr val="bg1"/>
                </a:solidFill>
                <a:uFillTx/>
              </a:rPr>
              <a:t>2</a:t>
            </a:r>
            <a:r>
              <a:rPr lang="zh-CN" altLang="en-US" sz="4000">
                <a:solidFill>
                  <a:schemeClr val="bg1"/>
                </a:solidFill>
                <a:uFillTx/>
              </a:rPr>
              <a:t>讲</a:t>
            </a:r>
            <a:r>
              <a:rPr lang="en-US" altLang="zh-CN" sz="4000">
                <a:solidFill>
                  <a:schemeClr val="bg1"/>
                </a:solidFill>
                <a:uFillTx/>
              </a:rPr>
              <a:t>-</a:t>
            </a:r>
            <a:r>
              <a:rPr lang="zh-CN" altLang="en-US" sz="4000">
                <a:solidFill>
                  <a:schemeClr val="bg1"/>
                </a:solidFill>
                <a:uFillTx/>
              </a:rPr>
              <a:t>教学内容 ： 草图模块</a:t>
            </a:r>
            <a:r>
              <a:rPr lang="zh-CN" altLang="en-US"/>
              <a:t>  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06755" y="1193165"/>
            <a:ext cx="10193020" cy="5537835"/>
          </a:xfr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normAutofit lnSpcReduction="20000"/>
          </a:bodyPr>
          <a:p>
            <a:endParaRPr lang="en-US" altLang="zh-CN" sz="3200"/>
          </a:p>
          <a:p>
            <a:r>
              <a:rPr lang="en-US" altLang="zh-CN" sz="3200"/>
              <a:t>1. </a:t>
            </a:r>
            <a:r>
              <a:rPr lang="zh-CN" altLang="en-US" sz="3200"/>
              <a:t>直接草图与任务草图的区别及草图设置</a:t>
            </a:r>
            <a:endParaRPr lang="zh-CN" altLang="en-US" sz="3200"/>
          </a:p>
          <a:p>
            <a:endParaRPr lang="zh-CN" altLang="en-US" sz="3200"/>
          </a:p>
          <a:p>
            <a:r>
              <a:rPr lang="en-US" altLang="zh-CN" sz="3200"/>
              <a:t>2.</a:t>
            </a:r>
            <a:r>
              <a:rPr lang="zh-CN" altLang="en-US" sz="3200"/>
              <a:t>草图模块里各种命令的运用讲解</a:t>
            </a:r>
            <a:endParaRPr lang="zh-CN" altLang="en-US" sz="3200"/>
          </a:p>
          <a:p>
            <a:endParaRPr lang="zh-CN" altLang="en-US" sz="3200"/>
          </a:p>
          <a:p>
            <a:r>
              <a:rPr lang="en-US" altLang="zh-CN" sz="3200"/>
              <a:t>3.</a:t>
            </a:r>
            <a:r>
              <a:rPr lang="zh-CN" altLang="en-US" sz="3200"/>
              <a:t>草图优化：可滚回编辑</a:t>
            </a:r>
            <a:r>
              <a:rPr lang="en-US" altLang="zh-CN" sz="3200"/>
              <a:t>-</a:t>
            </a:r>
            <a:r>
              <a:rPr lang="zh-CN" altLang="en-US" sz="3200"/>
              <a:t>连续自动标注</a:t>
            </a:r>
            <a:r>
              <a:rPr lang="en-US" altLang="zh-CN" sz="3200"/>
              <a:t>-</a:t>
            </a:r>
            <a:r>
              <a:rPr lang="zh-CN" altLang="en-US" sz="3200"/>
              <a:t>表达式设为值</a:t>
            </a:r>
            <a:r>
              <a:rPr lang="en-US" altLang="zh-CN" sz="3200"/>
              <a:t>-</a:t>
            </a:r>
            <a:r>
              <a:rPr lang="zh-CN" altLang="en-US" sz="3200"/>
              <a:t>设小数后三位数</a:t>
            </a:r>
            <a:endParaRPr lang="zh-CN" altLang="en-US" sz="3200"/>
          </a:p>
          <a:p>
            <a:endParaRPr lang="zh-CN" altLang="en-US" sz="3200"/>
          </a:p>
          <a:p>
            <a:r>
              <a:rPr lang="en-US" altLang="zh-CN" sz="3200"/>
              <a:t>4. 常用几何约束及符号</a:t>
            </a:r>
            <a:r>
              <a:rPr lang="zh-CN" altLang="en-US" sz="3200"/>
              <a:t>的讲解</a:t>
            </a:r>
            <a:endParaRPr lang="zh-CN" altLang="en-US" sz="3200"/>
          </a:p>
          <a:p>
            <a:endParaRPr lang="zh-CN" altLang="en-US" sz="3200"/>
          </a:p>
          <a:p>
            <a:r>
              <a:rPr lang="en-US" altLang="zh-CN" sz="3200"/>
              <a:t>5.</a:t>
            </a:r>
            <a:r>
              <a:rPr lang="zh-CN" altLang="en-US" sz="3200">
                <a:sym typeface="+mn-ea"/>
              </a:rPr>
              <a:t>绘制</a:t>
            </a:r>
            <a:r>
              <a:rPr lang="en-US" altLang="zh-CN" sz="3200">
                <a:sym typeface="+mn-ea"/>
              </a:rPr>
              <a:t>2D</a:t>
            </a:r>
            <a:r>
              <a:rPr lang="zh-CN" altLang="en-US" sz="3200">
                <a:sym typeface="+mn-ea"/>
              </a:rPr>
              <a:t>草图</a:t>
            </a:r>
            <a:endParaRPr lang="en-US" altLang="zh-CN" sz="3200"/>
          </a:p>
          <a:p>
            <a:endParaRPr lang="en-US" altLang="zh-CN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095865" cy="59372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    </a:t>
            </a:r>
            <a:r>
              <a:rPr lang="zh-CN" altLang="en-US">
                <a:sym typeface="+mn-ea"/>
              </a:rPr>
              <a:t>直接草图与任务草图的区别及草图设置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p>
            <a:r>
              <a:rPr lang="en-US" altLang="zh-CN">
                <a:sym typeface="+mn-ea"/>
              </a:rPr>
              <a:t>1.2D</a:t>
            </a:r>
            <a:r>
              <a:rPr lang="zh-CN" altLang="en-US">
                <a:sym typeface="+mn-ea"/>
              </a:rPr>
              <a:t>草图通俗的讲就是平面图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草图是实体建模的基础，其重要性就好比修房子要打地基一样。能熟练绘制各种合格的草图，离实体建模就成功了一大半。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实体建模为什么要使用</a:t>
            </a:r>
            <a:r>
              <a:rPr lang="en-US" altLang="zh-CN"/>
              <a:t>2D</a:t>
            </a:r>
            <a:r>
              <a:rPr lang="zh-CN" altLang="en-US"/>
              <a:t>草图。</a:t>
            </a:r>
            <a:endParaRPr lang="zh-CN" altLang="en-US"/>
          </a:p>
          <a:p>
            <a:r>
              <a:rPr lang="zh-CN" altLang="en-US"/>
              <a:t>          （</a:t>
            </a:r>
            <a:r>
              <a:rPr lang="en-US" altLang="zh-CN"/>
              <a:t>1</a:t>
            </a:r>
            <a:r>
              <a:rPr lang="zh-CN" altLang="en-US"/>
              <a:t>）让建模更加简单，尤其对于复杂实体</a:t>
            </a:r>
            <a:endParaRPr lang="zh-CN" altLang="en-US"/>
          </a:p>
          <a:p>
            <a:r>
              <a:rPr lang="en-US" altLang="zh-CN"/>
              <a:t>          </a:t>
            </a: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）利于修改图形</a:t>
            </a:r>
            <a:endParaRPr lang="zh-CN" altLang="en-US"/>
          </a:p>
          <a:p>
            <a:r>
              <a:rPr lang="zh-CN" altLang="en-US"/>
              <a:t>          （</a:t>
            </a:r>
            <a:r>
              <a:rPr lang="en-US" altLang="zh-CN"/>
              <a:t>3</a:t>
            </a:r>
            <a:r>
              <a:rPr lang="zh-CN" altLang="en-US"/>
              <a:t>）方便全参数化建模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-1062355"/>
            <a:ext cx="10515600" cy="748665"/>
          </a:xfrm>
          <a:solidFill>
            <a:schemeClr val="accent6"/>
          </a:solidFill>
        </p:spPr>
        <p:txBody>
          <a:bodyPr>
            <a:normAutofit fontScale="90000"/>
          </a:bodyPr>
          <a:p>
            <a:r>
              <a:rPr lang="zh-CN" altLang="en-US"/>
              <a:t>                    常用几何约束及符号</a:t>
            </a:r>
            <a:endParaRPr lang="zh-CN" altLang="en-US"/>
          </a:p>
        </p:txBody>
      </p:sp>
      <p:pic>
        <p:nvPicPr>
          <p:cNvPr id="4" name="内容占位符 3" descr="1-17 常用几何约束及符号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89075" y="34925"/>
            <a:ext cx="8611870" cy="68510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8695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p>
            <a:r>
              <a:rPr lang="en-US" altLang="zh-CN"/>
              <a:t>     </a:t>
            </a:r>
            <a:r>
              <a:rPr lang="zh-CN" altLang="en-US"/>
              <a:t>自动添加几何约束的技巧：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blipFill>
            <a:blip r:embed="rId1"/>
          </a:blipFill>
        </p:spPr>
        <p:txBody>
          <a:bodyPr/>
          <a:p>
            <a:r>
              <a:rPr lang="en-US" altLang="zh-CN"/>
              <a:t>2D</a:t>
            </a:r>
            <a:r>
              <a:rPr lang="zh-CN" altLang="zh-CN"/>
              <a:t>草图约束类型：</a:t>
            </a:r>
            <a:endParaRPr lang="zh-CN" altLang="zh-CN"/>
          </a:p>
          <a:p>
            <a:r>
              <a:rPr lang="zh-CN" altLang="zh-CN"/>
              <a:t>      </a:t>
            </a:r>
            <a:r>
              <a:rPr lang="en-US" altLang="zh-CN"/>
              <a:t>1.</a:t>
            </a:r>
            <a:r>
              <a:rPr lang="zh-CN" altLang="en-US"/>
              <a:t>几何约束：控制图形的形状和位置</a:t>
            </a:r>
            <a:endParaRPr lang="zh-CN" altLang="en-US"/>
          </a:p>
          <a:p>
            <a:r>
              <a:rPr lang="zh-CN" altLang="en-US"/>
              <a:t>      </a:t>
            </a:r>
            <a:r>
              <a:rPr lang="en-US" altLang="zh-CN"/>
              <a:t>2.</a:t>
            </a:r>
            <a:r>
              <a:rPr lang="zh-CN" altLang="en-US"/>
              <a:t>尺寸约束：控制图形的大小和比例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01" name="图片 100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36195" y="0"/>
            <a:ext cx="12228195" cy="72967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commondata" val="eyJoZGlkIjoiYzk2YjgwYjJiYTEzOWQwMDRmZjQzM2IwZDQxMDk1Zm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</Words>
  <Application>WPS 演示</Application>
  <PresentationFormat>宽屏</PresentationFormat>
  <Paragraphs>30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Calibri</vt:lpstr>
      <vt:lpstr>微软雅黑</vt:lpstr>
      <vt:lpstr>Arial Unicode MS</vt:lpstr>
      <vt:lpstr>Calibri Light</vt:lpstr>
      <vt:lpstr>Office 主题</vt:lpstr>
      <vt:lpstr>PowerPoint 演示文稿</vt:lpstr>
      <vt:lpstr>第2讲-教学内容 ： 草图模块  </vt:lpstr>
      <vt:lpstr>    直接草图与任务草图的区别及草图设置</vt:lpstr>
      <vt:lpstr>                    常用几何约束及符号</vt:lpstr>
      <vt:lpstr>     自动添加几何约束的技巧：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M℡指缝de青春ㄨ·</cp:lastModifiedBy>
  <cp:revision>21</cp:revision>
  <dcterms:created xsi:type="dcterms:W3CDTF">2022-08-17T01:49:00Z</dcterms:created>
  <dcterms:modified xsi:type="dcterms:W3CDTF">2024-02-21T03:27:43Z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2052-12.1.0.16250</vt:lpwstr>
  </property>
  <property fmtid="{D5CDD505-2E9C-101B-9397-08002B2CF9AE}" pid="3" name="ICV">
    <vt:lpwstr>30D3876526B74CE19DFAC9CE70BB893B_12</vt:lpwstr>
  </property>
</Properties>
</file>