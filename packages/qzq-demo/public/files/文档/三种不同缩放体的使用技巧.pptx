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1125"/>
            <a:ext cx="9144000" cy="986155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p>
            <a:r>
              <a:rPr lang="zh-CN" altLang="en-US" sz="3200">
                <a:solidFill>
                  <a:srgbClr val="FF0000"/>
                </a:solidFill>
              </a:rPr>
              <a:t>缩放</a:t>
            </a:r>
            <a:r>
              <a:rPr lang="en-US" altLang="zh-CN" sz="3200">
                <a:solidFill>
                  <a:srgbClr val="FF0000"/>
                </a:solidFill>
              </a:rPr>
              <a:t>-</a:t>
            </a:r>
            <a:r>
              <a:rPr lang="zh-CN" altLang="en-US" sz="3200">
                <a:solidFill>
                  <a:srgbClr val="FF0000"/>
                </a:solidFill>
              </a:rPr>
              <a:t>缩放体</a:t>
            </a:r>
            <a:r>
              <a:rPr lang="en-US" altLang="zh-CN" sz="3200">
                <a:solidFill>
                  <a:srgbClr val="FF0000"/>
                </a:solidFill>
              </a:rPr>
              <a:t>-</a:t>
            </a:r>
            <a:r>
              <a:rPr lang="zh-CN" altLang="en-US" sz="3200">
                <a:solidFill>
                  <a:srgbClr val="FF0000"/>
                </a:solidFill>
              </a:rPr>
              <a:t>变化比例</a:t>
            </a:r>
            <a:r>
              <a:rPr lang="zh-CN" altLang="en-US" sz="3200"/>
              <a:t>在不同场合使用技巧</a:t>
            </a:r>
            <a:endParaRPr lang="en-US" altLang="zh-CN" sz="32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1266825"/>
            <a:ext cx="9144000" cy="5078095"/>
          </a:xfrm>
          <a:blipFill>
            <a:blip r:embed="rId1"/>
          </a:blipFill>
        </p:spPr>
        <p:txBody>
          <a:bodyPr>
            <a:normAutofit fontScale="90000" lnSpcReduction="20000"/>
          </a:bodyPr>
          <a:p>
            <a:pPr algn="l"/>
            <a:r>
              <a:rPr lang="en-US" altLang="zh-CN" sz="3600"/>
              <a:t>1.</a:t>
            </a:r>
            <a:r>
              <a:rPr lang="zh-CN" altLang="en-US" sz="3600"/>
              <a:t>使用的方法：如一个零件随意查看一个孔为</a:t>
            </a:r>
            <a:r>
              <a:rPr lang="en-US" altLang="zh-CN" sz="3600"/>
              <a:t>9</a:t>
            </a:r>
            <a:r>
              <a:rPr lang="zh-CN" altLang="en-US" sz="3600"/>
              <a:t>毫米的孔，导入进来孔为</a:t>
            </a:r>
            <a:r>
              <a:rPr lang="en-US" altLang="zh-CN" sz="3600"/>
              <a:t>4.6</a:t>
            </a:r>
            <a:r>
              <a:rPr lang="zh-CN" altLang="en-US" sz="3600"/>
              <a:t>，那么计算方式应该是</a:t>
            </a:r>
            <a:r>
              <a:rPr lang="en-US" altLang="zh-CN" sz="3600"/>
              <a:t>4.6/9=0.511</a:t>
            </a:r>
            <a:r>
              <a:rPr lang="zh-CN" altLang="en-US" sz="3600"/>
              <a:t>，然后</a:t>
            </a:r>
            <a:r>
              <a:rPr lang="zh-CN" altLang="en-US" sz="3600">
                <a:solidFill>
                  <a:srgbClr val="FF0000"/>
                </a:solidFill>
              </a:rPr>
              <a:t>缩放体</a:t>
            </a:r>
            <a:r>
              <a:rPr lang="zh-CN" altLang="en-US" sz="3600">
                <a:solidFill>
                  <a:schemeClr val="tx1"/>
                </a:solidFill>
              </a:rPr>
              <a:t>输入</a:t>
            </a:r>
            <a:r>
              <a:rPr lang="en-US" altLang="zh-CN" sz="3600"/>
              <a:t>1/0.511</a:t>
            </a:r>
            <a:r>
              <a:rPr lang="zh-CN" altLang="en-US" sz="3600"/>
              <a:t>即可，相则反之，对换位置则变小，注此命令针对</a:t>
            </a:r>
            <a:r>
              <a:rPr lang="zh-CN" altLang="en-US" sz="3600">
                <a:solidFill>
                  <a:schemeClr val="accent6"/>
                </a:solidFill>
              </a:rPr>
              <a:t>实体</a:t>
            </a:r>
            <a:r>
              <a:rPr lang="zh-CN" altLang="en-US" sz="3600"/>
              <a:t>。</a:t>
            </a:r>
            <a:endParaRPr lang="zh-CN" altLang="en-US" sz="3600"/>
          </a:p>
          <a:p>
            <a:pPr algn="l"/>
            <a:endParaRPr lang="zh-CN" altLang="en-US" sz="3600"/>
          </a:p>
          <a:p>
            <a:pPr algn="l"/>
            <a:r>
              <a:rPr lang="en-US" altLang="zh-CN" sz="3600"/>
              <a:t>2.</a:t>
            </a:r>
            <a:r>
              <a:rPr lang="zh-CN" altLang="zh-CN" sz="3600">
                <a:solidFill>
                  <a:srgbClr val="FF0000"/>
                </a:solidFill>
              </a:rPr>
              <a:t>变换</a:t>
            </a:r>
            <a:r>
              <a:rPr lang="zh-CN" altLang="zh-CN" sz="3600"/>
              <a:t>命令：这个命令通常用来镜像，但也有缩放功能</a:t>
            </a:r>
            <a:r>
              <a:rPr lang="en-US" altLang="zh-CN" sz="3600"/>
              <a:t>-</a:t>
            </a:r>
            <a:r>
              <a:rPr lang="zh-CN" altLang="zh-CN" sz="3600">
                <a:solidFill>
                  <a:srgbClr val="C00000"/>
                </a:solidFill>
              </a:rPr>
              <a:t>比例</a:t>
            </a:r>
            <a:r>
              <a:rPr lang="zh-CN" altLang="zh-CN" sz="3600"/>
              <a:t>，对应的是</a:t>
            </a:r>
            <a:r>
              <a:rPr lang="zh-CN" altLang="zh-CN" sz="3600">
                <a:solidFill>
                  <a:schemeClr val="accent6"/>
                </a:solidFill>
              </a:rPr>
              <a:t>整体包括线和实体</a:t>
            </a:r>
            <a:r>
              <a:rPr lang="zh-CN" altLang="zh-CN" sz="3600"/>
              <a:t>。</a:t>
            </a:r>
            <a:endParaRPr lang="zh-CN" altLang="zh-CN" sz="3600"/>
          </a:p>
          <a:p>
            <a:pPr algn="l"/>
            <a:endParaRPr lang="zh-CN" altLang="zh-CN" sz="3600"/>
          </a:p>
          <a:p>
            <a:pPr algn="l"/>
            <a:r>
              <a:rPr lang="en-US" altLang="zh-CN" sz="3600"/>
              <a:t>3.</a:t>
            </a:r>
            <a:r>
              <a:rPr lang="zh-CN" altLang="en-US" sz="3600"/>
              <a:t>其次是曲线里面的</a:t>
            </a:r>
            <a:r>
              <a:rPr lang="zh-CN" altLang="en-US" sz="3600">
                <a:solidFill>
                  <a:srgbClr val="FF0000"/>
                </a:solidFill>
              </a:rPr>
              <a:t>缩放</a:t>
            </a:r>
            <a:r>
              <a:rPr lang="zh-CN" altLang="en-US" sz="3600"/>
              <a:t>功能，它只针对</a:t>
            </a:r>
            <a:r>
              <a:rPr lang="en-US" altLang="zh-CN" sz="3600">
                <a:solidFill>
                  <a:schemeClr val="accent6"/>
                </a:solidFill>
              </a:rPr>
              <a:t>2D</a:t>
            </a:r>
            <a:r>
              <a:rPr lang="zh-CN" altLang="en-US" sz="3600">
                <a:solidFill>
                  <a:schemeClr val="accent6"/>
                </a:solidFill>
              </a:rPr>
              <a:t>曲线</a:t>
            </a:r>
            <a:r>
              <a:rPr lang="zh-CN" altLang="en-US" sz="3600">
                <a:solidFill>
                  <a:schemeClr val="tx1"/>
                </a:solidFill>
              </a:rPr>
              <a:t>。</a:t>
            </a:r>
            <a:endParaRPr lang="zh-CN" altLang="en-US" sz="3600">
              <a:solidFill>
                <a:schemeClr val="tx1"/>
              </a:solidFill>
            </a:endParaRPr>
          </a:p>
          <a:p>
            <a:pPr algn="l"/>
            <a:endParaRPr lang="zh-CN" altLang="en-US" sz="3600">
              <a:solidFill>
                <a:schemeClr val="accent6"/>
              </a:solidFill>
            </a:endParaRPr>
          </a:p>
          <a:p>
            <a:pPr algn="l"/>
            <a:r>
              <a:rPr lang="en-US" altLang="zh-CN" sz="3600">
                <a:solidFill>
                  <a:schemeClr val="tx1"/>
                </a:solidFill>
              </a:rPr>
              <a:t>4.</a:t>
            </a:r>
            <a:r>
              <a:rPr lang="zh-CN" altLang="en-US" sz="3600">
                <a:solidFill>
                  <a:schemeClr val="tx1"/>
                </a:solidFill>
              </a:rPr>
              <a:t>一般整数放大</a:t>
            </a:r>
            <a:r>
              <a:rPr lang="en-US" altLang="zh-CN" sz="3600">
                <a:solidFill>
                  <a:schemeClr val="tx1"/>
                </a:solidFill>
              </a:rPr>
              <a:t>2</a:t>
            </a:r>
            <a:r>
              <a:rPr lang="zh-CN" altLang="en-US" sz="3600">
                <a:solidFill>
                  <a:schemeClr val="tx1"/>
                </a:solidFill>
              </a:rPr>
              <a:t>，既</a:t>
            </a:r>
            <a:r>
              <a:rPr lang="en-US" altLang="zh-CN" sz="3600">
                <a:solidFill>
                  <a:schemeClr val="tx1"/>
                </a:solidFill>
              </a:rPr>
              <a:t>1</a:t>
            </a:r>
            <a:r>
              <a:rPr lang="zh-CN" altLang="en-US" sz="3600">
                <a:solidFill>
                  <a:schemeClr val="tx1"/>
                </a:solidFill>
              </a:rPr>
              <a:t>倍，</a:t>
            </a:r>
            <a:r>
              <a:rPr lang="en-US" altLang="zh-CN" sz="3600">
                <a:solidFill>
                  <a:schemeClr val="tx1"/>
                </a:solidFill>
              </a:rPr>
              <a:t>0.5</a:t>
            </a:r>
            <a:r>
              <a:rPr lang="zh-CN" altLang="en-US" sz="3600">
                <a:solidFill>
                  <a:schemeClr val="tx1"/>
                </a:solidFill>
              </a:rPr>
              <a:t>对应缩小</a:t>
            </a:r>
            <a:r>
              <a:rPr lang="en-US" altLang="zh-CN" sz="3600">
                <a:solidFill>
                  <a:schemeClr val="tx1"/>
                </a:solidFill>
              </a:rPr>
              <a:t>1</a:t>
            </a:r>
            <a:r>
              <a:rPr lang="zh-CN" altLang="en-US" sz="3600">
                <a:solidFill>
                  <a:schemeClr val="tx1"/>
                </a:solidFill>
              </a:rPr>
              <a:t>倍。</a:t>
            </a:r>
            <a:endParaRPr lang="zh-CN" altLang="en-US" sz="3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</Words>
  <Application>WPS 演示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 Light</vt:lpstr>
      <vt:lpstr>Calibri</vt:lpstr>
      <vt:lpstr>微软雅黑</vt:lpstr>
      <vt:lpstr>Office 主题</vt:lpstr>
      <vt:lpstr>缩放-缩放体-变化比例在不同场合使用技巧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6</cp:revision>
  <dcterms:created xsi:type="dcterms:W3CDTF">2022-09-09T12:37:00Z</dcterms:created>
  <dcterms:modified xsi:type="dcterms:W3CDTF">2022-09-11T09:54:28Z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2052-10.1.0.5850</vt:lpwstr>
  </property>
</Properties>
</file>