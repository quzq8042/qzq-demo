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8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2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0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0"/>
            <a:ext cx="9799320" cy="872490"/>
          </a:xfrm>
          <a:solidFill>
            <a:schemeClr val="accent6"/>
          </a:solidFill>
        </p:spPr>
        <p:txBody>
          <a:bodyPr>
            <a:normAutofit/>
          </a:bodyPr>
          <a:p>
            <a:r>
              <a:rPr lang="zh-CN" altLang="zh-CN" sz="4000"/>
              <a:t>新版本的底壁铣涅盘而生</a:t>
            </a:r>
            <a:endParaRPr lang="zh-CN" altLang="zh-CN" sz="40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83540" y="872490"/>
            <a:ext cx="11146790" cy="6052820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p>
            <a:pPr algn="l"/>
            <a:r>
              <a:rPr lang="en-US" altLang="zh-CN"/>
              <a:t>     </a:t>
            </a:r>
            <a:r>
              <a:rPr lang="zh-CN" altLang="en-US"/>
              <a:t>用过老版本的师傅都知道，</a:t>
            </a:r>
            <a:r>
              <a:rPr lang="zh-CN" altLang="en-US">
                <a:solidFill>
                  <a:srgbClr val="FF0000"/>
                </a:solidFill>
              </a:rPr>
              <a:t>底壁铣</a:t>
            </a:r>
            <a:r>
              <a:rPr lang="zh-CN" altLang="en-US"/>
              <a:t>是一个非常鸡肋的一个功能，基本是一个可有可无的一个策略，但在新版本中这个命令强化的非常的</a:t>
            </a:r>
            <a:r>
              <a:rPr lang="en-US" altLang="zh-CN"/>
              <a:t>OK</a:t>
            </a:r>
            <a:r>
              <a:rPr lang="zh-CN" altLang="en-US"/>
              <a:t>。</a:t>
            </a:r>
            <a:endParaRPr lang="zh-CN" altLang="en-US"/>
          </a:p>
          <a:p>
            <a:pPr algn="l"/>
            <a:r>
              <a:rPr lang="zh-CN" altLang="en-US"/>
              <a:t>有很多师傅把底壁铣用来开粗光面我很不赞同，因为我们有更好的策略去实现，每个命令的出现都是有一定的实际用途的，所以我们只要取其精华即可。</a:t>
            </a:r>
            <a:endParaRPr lang="zh-CN" altLang="en-US"/>
          </a:p>
          <a:p>
            <a:pPr algn="l"/>
            <a:r>
              <a:rPr lang="en-US" altLang="zh-CN"/>
              <a:t>    </a:t>
            </a:r>
            <a:r>
              <a:rPr lang="zh-CN" altLang="en-US"/>
              <a:t>像底壁铣老师在这个着重跟大家介绍及一定要掌握的两个加工策略，</a:t>
            </a:r>
            <a:r>
              <a:rPr lang="zh-CN" altLang="en-US">
                <a:solidFill>
                  <a:srgbClr val="FF0000"/>
                </a:solidFill>
              </a:rPr>
              <a:t>一个是螺旋刀路</a:t>
            </a:r>
            <a:r>
              <a:rPr lang="zh-CN" altLang="en-US"/>
              <a:t>，解决了这个软件最</a:t>
            </a:r>
            <a:r>
              <a:rPr lang="en-US" altLang="zh-CN"/>
              <a:t> </a:t>
            </a:r>
            <a:r>
              <a:rPr lang="zh-CN" altLang="en-US"/>
              <a:t>薄弱的环节，在老版本中我们都是用等高来代替螺旋刀路。</a:t>
            </a:r>
            <a:endParaRPr lang="zh-CN" altLang="en-US"/>
          </a:p>
          <a:p>
            <a:pPr algn="l"/>
            <a:r>
              <a:rPr lang="en-US" altLang="zh-CN"/>
              <a:t>    </a:t>
            </a:r>
            <a:r>
              <a:rPr lang="zh-CN" altLang="en-US"/>
              <a:t>还有一个则是</a:t>
            </a:r>
            <a:r>
              <a:rPr lang="zh-CN" altLang="en-US">
                <a:solidFill>
                  <a:srgbClr val="FF0000"/>
                </a:solidFill>
              </a:rPr>
              <a:t>倒角</a:t>
            </a:r>
            <a:r>
              <a:rPr lang="zh-CN" altLang="en-US"/>
              <a:t>，此功能解决了</a:t>
            </a:r>
            <a:r>
              <a:rPr lang="en-US" altLang="zh-CN">
                <a:solidFill>
                  <a:srgbClr val="FF0000"/>
                </a:solidFill>
              </a:rPr>
              <a:t>UG</a:t>
            </a:r>
            <a:r>
              <a:rPr lang="zh-CN" altLang="en-US">
                <a:solidFill>
                  <a:srgbClr val="FF0000"/>
                </a:solidFill>
              </a:rPr>
              <a:t>倒角功能</a:t>
            </a:r>
            <a:r>
              <a:rPr lang="zh-CN" altLang="en-US"/>
              <a:t>的一个软肋部分，既而让它的倒角功能越发强大，但有个缺点就是</a:t>
            </a:r>
            <a:r>
              <a:rPr lang="zh-CN" altLang="en-US">
                <a:solidFill>
                  <a:srgbClr val="FF0000"/>
                </a:solidFill>
              </a:rPr>
              <a:t>实体上必须先把倒角做好才能执行这个命令。</a:t>
            </a:r>
            <a:endParaRPr lang="zh-CN" altLang="en-US">
              <a:solidFill>
                <a:srgbClr val="FF0000"/>
              </a:solidFill>
            </a:endParaRPr>
          </a:p>
          <a:p>
            <a:pPr algn="l"/>
            <a:r>
              <a:rPr lang="en-US" altLang="zh-CN"/>
              <a:t>    </a:t>
            </a:r>
            <a:r>
              <a:rPr lang="zh-CN" altLang="en-US"/>
              <a:t>总之：最后与平面铣倒角形成一个互补，平面铣则可以针对没有做好倒角的零件。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0"/>
            <a:ext cx="10968990" cy="872490"/>
          </a:xfrm>
        </p:spPr>
        <p:txBody>
          <a:bodyPr/>
          <a:p>
            <a:r>
              <a:rPr lang="en-US" altLang="zh-CN"/>
              <a:t>                         </a:t>
            </a:r>
            <a:r>
              <a:rPr lang="zh-CN" altLang="zh-CN"/>
              <a:t>参数优化</a:t>
            </a:r>
            <a:endParaRPr lang="zh-CN" altLang="zh-CN"/>
          </a:p>
        </p:txBody>
      </p:sp>
      <p:pic>
        <p:nvPicPr>
          <p:cNvPr id="4" name="内容占位符 3" descr="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4510" y="872490"/>
            <a:ext cx="5672455" cy="5985510"/>
          </a:xfrm>
          <a:prstGeom prst="rect">
            <a:avLst/>
          </a:prstGeom>
        </p:spPr>
      </p:pic>
      <p:pic>
        <p:nvPicPr>
          <p:cNvPr id="5" name="图片 4" descr="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275" y="872490"/>
            <a:ext cx="643445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09855"/>
            <a:ext cx="10968990" cy="791845"/>
          </a:xfrm>
        </p:spPr>
        <p:txBody>
          <a:bodyPr/>
          <a:p>
            <a:pPr algn="ctr"/>
            <a:r>
              <a:rPr lang="zh-CN" altLang="en-US">
                <a:solidFill>
                  <a:srgbClr val="FF0000"/>
                </a:solidFill>
              </a:rPr>
              <a:t>底壁铣倒角的使用方法及技巧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75360"/>
            <a:ext cx="10968990" cy="5274310"/>
          </a:xfrm>
        </p:spPr>
        <p:txBody>
          <a:bodyPr/>
          <a:p>
            <a:r>
              <a:rPr lang="zh-CN" altLang="en-US"/>
              <a:t>底壁铣倒角里面最重要的几步参数：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400810"/>
            <a:ext cx="3054985" cy="5793105"/>
          </a:xfrm>
          <a:prstGeom prst="rect">
            <a:avLst/>
          </a:prstGeom>
        </p:spPr>
      </p:pic>
      <p:pic>
        <p:nvPicPr>
          <p:cNvPr id="5" name="图片 4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985" y="1401445"/>
            <a:ext cx="3257550" cy="5793105"/>
          </a:xfrm>
          <a:prstGeom prst="rect">
            <a:avLst/>
          </a:prstGeom>
        </p:spPr>
      </p:pic>
      <p:pic>
        <p:nvPicPr>
          <p:cNvPr id="6" name="图片 5" descr="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245" y="1400810"/>
            <a:ext cx="3058795" cy="5792470"/>
          </a:xfrm>
          <a:prstGeom prst="rect">
            <a:avLst/>
          </a:prstGeom>
        </p:spPr>
      </p:pic>
      <p:pic>
        <p:nvPicPr>
          <p:cNvPr id="7" name="图片 6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040" y="1401445"/>
            <a:ext cx="2982595" cy="60940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781050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p>
            <a:pPr algn="ctr"/>
            <a:r>
              <a:rPr lang="zh-CN" altLang="en-US"/>
              <a:t>底壁铣螺旋刀路的使用方法及技巧</a:t>
            </a:r>
            <a:endParaRPr lang="zh-CN" altLang="en-US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5305" y="871855"/>
            <a:ext cx="2632075" cy="5779135"/>
          </a:xfrm>
          <a:prstGeom prst="rect">
            <a:avLst/>
          </a:prstGeom>
        </p:spPr>
      </p:pic>
      <p:pic>
        <p:nvPicPr>
          <p:cNvPr id="5" name="图片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470" y="871220"/>
            <a:ext cx="3152775" cy="57797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UNIT_PLACING_PICTURE_USER_VIEWPORT" val="{&quot;height&quot;:10800,&quot;width&quot;:5041}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COMMONDATA" val="eyJoZGlkIjoiMzMzNDAwZDcwM2JmNWQ5N2UzOWU3MDJjODRiNTgyNz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WPS 演示</Application>
  <PresentationFormat>宽屏</PresentationFormat>
  <Paragraphs>17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新版本的底壁铣涅盘而生</vt:lpstr>
      <vt:lpstr>PowerPoint 演示文稿</vt:lpstr>
      <vt:lpstr>底壁铣倒角的使用方法及技巧</vt:lpstr>
      <vt:lpstr>底壁铣螺旋刀路的使用方法及技巧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M|℡指缝de青春ㄨ·</cp:lastModifiedBy>
  <cp:revision>180</cp:revision>
  <dcterms:created xsi:type="dcterms:W3CDTF">2019-06-19T02:08:00Z</dcterms:created>
  <dcterms:modified xsi:type="dcterms:W3CDTF">2025-07-26T07:53:20Z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5CF956F341E441A48DB8BF8CF46E31D9</vt:lpwstr>
  </property>
</Properties>
</file>